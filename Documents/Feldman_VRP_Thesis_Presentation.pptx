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6" r:id="rId4"/>
  </p:sldMasterIdLst>
  <p:notesMasterIdLst>
    <p:notesMasterId r:id="rId35"/>
  </p:notesMasterIdLst>
  <p:handoutMasterIdLst>
    <p:handoutMasterId r:id="rId36"/>
  </p:handoutMasterIdLst>
  <p:sldIdLst>
    <p:sldId id="315" r:id="rId5"/>
    <p:sldId id="266" r:id="rId6"/>
    <p:sldId id="314" r:id="rId7"/>
    <p:sldId id="318" r:id="rId8"/>
    <p:sldId id="317" r:id="rId9"/>
    <p:sldId id="327" r:id="rId10"/>
    <p:sldId id="328" r:id="rId11"/>
    <p:sldId id="319" r:id="rId12"/>
    <p:sldId id="256" r:id="rId13"/>
    <p:sldId id="320" r:id="rId14"/>
    <p:sldId id="326" r:id="rId15"/>
    <p:sldId id="321" r:id="rId16"/>
    <p:sldId id="323" r:id="rId17"/>
    <p:sldId id="329" r:id="rId18"/>
    <p:sldId id="330" r:id="rId19"/>
    <p:sldId id="331" r:id="rId20"/>
    <p:sldId id="332" r:id="rId21"/>
    <p:sldId id="333" r:id="rId22"/>
    <p:sldId id="324" r:id="rId23"/>
    <p:sldId id="334" r:id="rId24"/>
    <p:sldId id="335" r:id="rId25"/>
    <p:sldId id="336" r:id="rId26"/>
    <p:sldId id="337" r:id="rId27"/>
    <p:sldId id="338" r:id="rId28"/>
    <p:sldId id="325" r:id="rId29"/>
    <p:sldId id="339" r:id="rId30"/>
    <p:sldId id="341" r:id="rId31"/>
    <p:sldId id="313" r:id="rId32"/>
    <p:sldId id="340" r:id="rId33"/>
    <p:sldId id="295"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5AA1BD55-57CD-466E-0725-B6CBA11E0D12}" name="Lauren Weldy (ALLEGIS GROUP SERVICES)" initials="LW" userId="S::v-lweldy@microsoft.com::07a2285c-a352-4b96-8658-ecc34365c15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DCD"/>
    <a:srgbClr val="D8DFCF"/>
    <a:srgbClr val="E5F8FF"/>
    <a:srgbClr val="B4ECFF"/>
    <a:srgbClr val="FF8989"/>
    <a:srgbClr val="D7E3FF"/>
    <a:srgbClr val="EBEDEB"/>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713C56-DD40-4FF5-868C-EEB1C9D1B23D}" v="1450" dt="2025-11-03T00:15:19.544"/>
  </p1510:revLst>
</p1510:revInfo>
</file>

<file path=ppt/tableStyles.xml><?xml version="1.0" encoding="utf-8"?>
<a:tblStyleLst xmlns:a="http://schemas.openxmlformats.org/drawingml/2006/main" def="{8A107856-5554-42FB-B03E-39F5DBC370B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43" Type="http://schemas.microsoft.com/office/2018/10/relationships/authors" Target="author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ldman, Stephen" userId="a3e9663f-ff0d-4535-bfbd-577a4897c200" providerId="ADAL" clId="{63E22959-90AB-4DF7-8718-94FE5D201789}"/>
    <pc:docChg chg="undo custSel addSld delSld modSld sldOrd">
      <pc:chgData name="Feldman, Stephen" userId="a3e9663f-ff0d-4535-bfbd-577a4897c200" providerId="ADAL" clId="{63E22959-90AB-4DF7-8718-94FE5D201789}" dt="2025-11-03T00:15:19.544" v="14647" actId="20577"/>
      <pc:docMkLst>
        <pc:docMk/>
      </pc:docMkLst>
      <pc:sldChg chg="modSp mod ord">
        <pc:chgData name="Feldman, Stephen" userId="a3e9663f-ff0d-4535-bfbd-577a4897c200" providerId="ADAL" clId="{63E22959-90AB-4DF7-8718-94FE5D201789}" dt="2025-10-31T21:24:34.861" v="4245" actId="313"/>
        <pc:sldMkLst>
          <pc:docMk/>
          <pc:sldMk cId="3111549375" sldId="256"/>
        </pc:sldMkLst>
        <pc:spChg chg="mod">
          <ac:chgData name="Feldman, Stephen" userId="a3e9663f-ff0d-4535-bfbd-577a4897c200" providerId="ADAL" clId="{63E22959-90AB-4DF7-8718-94FE5D201789}" dt="2025-10-31T21:24:34.861" v="4245" actId="313"/>
          <ac:spMkLst>
            <pc:docMk/>
            <pc:sldMk cId="3111549375" sldId="256"/>
            <ac:spMk id="6" creationId="{7C94F61A-46C1-B831-7EC4-687DF1C757C5}"/>
          </ac:spMkLst>
        </pc:spChg>
        <pc:spChg chg="mod">
          <ac:chgData name="Feldman, Stephen" userId="a3e9663f-ff0d-4535-bfbd-577a4897c200" providerId="ADAL" clId="{63E22959-90AB-4DF7-8718-94FE5D201789}" dt="2025-10-14T22:46:31.172" v="1575" actId="20577"/>
          <ac:spMkLst>
            <pc:docMk/>
            <pc:sldMk cId="3111549375" sldId="256"/>
            <ac:spMk id="7" creationId="{0814B6A3-5F3E-4909-8ED5-87FE82492264}"/>
          </ac:spMkLst>
        </pc:spChg>
      </pc:sldChg>
      <pc:sldChg chg="modSp mod">
        <pc:chgData name="Feldman, Stephen" userId="a3e9663f-ff0d-4535-bfbd-577a4897c200" providerId="ADAL" clId="{63E22959-90AB-4DF7-8718-94FE5D201789}" dt="2025-11-02T20:32:10.396" v="9989" actId="20577"/>
        <pc:sldMkLst>
          <pc:docMk/>
          <pc:sldMk cId="3318299500" sldId="266"/>
        </pc:sldMkLst>
        <pc:spChg chg="mod">
          <ac:chgData name="Feldman, Stephen" userId="a3e9663f-ff0d-4535-bfbd-577a4897c200" providerId="ADAL" clId="{63E22959-90AB-4DF7-8718-94FE5D201789}" dt="2025-11-02T20:32:10.396" v="9989" actId="20577"/>
          <ac:spMkLst>
            <pc:docMk/>
            <pc:sldMk cId="3318299500" sldId="266"/>
            <ac:spMk id="5" creationId="{30EB58E2-A9A0-481A-8B5B-381B836CE40B}"/>
          </ac:spMkLst>
        </pc:spChg>
      </pc:sldChg>
      <pc:sldChg chg="addSp delSp modSp del mod">
        <pc:chgData name="Feldman, Stephen" userId="a3e9663f-ff0d-4535-bfbd-577a4897c200" providerId="ADAL" clId="{63E22959-90AB-4DF7-8718-94FE5D201789}" dt="2025-11-02T22:08:48.176" v="14267" actId="47"/>
        <pc:sldMkLst>
          <pc:docMk/>
          <pc:sldMk cId="2779792646" sldId="271"/>
        </pc:sldMkLst>
      </pc:sldChg>
      <pc:sldChg chg="modSp mod ord">
        <pc:chgData name="Feldman, Stephen" userId="a3e9663f-ff0d-4535-bfbd-577a4897c200" providerId="ADAL" clId="{63E22959-90AB-4DF7-8718-94FE5D201789}" dt="2025-10-14T23:07:02.324" v="3000"/>
        <pc:sldMkLst>
          <pc:docMk/>
          <pc:sldMk cId="798203993" sldId="295"/>
        </pc:sldMkLst>
        <pc:spChg chg="mod">
          <ac:chgData name="Feldman, Stephen" userId="a3e9663f-ff0d-4535-bfbd-577a4897c200" providerId="ADAL" clId="{63E22959-90AB-4DF7-8718-94FE5D201789}" dt="2025-10-14T23:06:54.005" v="2998" actId="20577"/>
          <ac:spMkLst>
            <pc:docMk/>
            <pc:sldMk cId="798203993" sldId="295"/>
            <ac:spMk id="5" creationId="{5755816F-F516-477A-8EF2-D8CA20267590}"/>
          </ac:spMkLst>
        </pc:spChg>
      </pc:sldChg>
      <pc:sldChg chg="del">
        <pc:chgData name="Feldman, Stephen" userId="a3e9663f-ff0d-4535-bfbd-577a4897c200" providerId="ADAL" clId="{63E22959-90AB-4DF7-8718-94FE5D201789}" dt="2025-11-02T22:08:56.137" v="14273" actId="47"/>
        <pc:sldMkLst>
          <pc:docMk/>
          <pc:sldMk cId="3345023337" sldId="300"/>
        </pc:sldMkLst>
      </pc:sldChg>
      <pc:sldChg chg="del">
        <pc:chgData name="Feldman, Stephen" userId="a3e9663f-ff0d-4535-bfbd-577a4897c200" providerId="ADAL" clId="{63E22959-90AB-4DF7-8718-94FE5D201789}" dt="2025-11-02T22:08:51.936" v="14270" actId="47"/>
        <pc:sldMkLst>
          <pc:docMk/>
          <pc:sldMk cId="2225637236" sldId="305"/>
        </pc:sldMkLst>
      </pc:sldChg>
      <pc:sldChg chg="del">
        <pc:chgData name="Feldman, Stephen" userId="a3e9663f-ff0d-4535-bfbd-577a4897c200" providerId="ADAL" clId="{63E22959-90AB-4DF7-8718-94FE5D201789}" dt="2025-11-02T22:08:49.574" v="14268" actId="47"/>
        <pc:sldMkLst>
          <pc:docMk/>
          <pc:sldMk cId="1170108823" sldId="309"/>
        </pc:sldMkLst>
      </pc:sldChg>
      <pc:sldChg chg="del">
        <pc:chgData name="Feldman, Stephen" userId="a3e9663f-ff0d-4535-bfbd-577a4897c200" providerId="ADAL" clId="{63E22959-90AB-4DF7-8718-94FE5D201789}" dt="2025-11-02T22:08:54.147" v="14271" actId="47"/>
        <pc:sldMkLst>
          <pc:docMk/>
          <pc:sldMk cId="4065057152" sldId="310"/>
        </pc:sldMkLst>
      </pc:sldChg>
      <pc:sldChg chg="del">
        <pc:chgData name="Feldman, Stephen" userId="a3e9663f-ff0d-4535-bfbd-577a4897c200" providerId="ADAL" clId="{63E22959-90AB-4DF7-8718-94FE5D201789}" dt="2025-11-02T22:08:50.745" v="14269" actId="47"/>
        <pc:sldMkLst>
          <pc:docMk/>
          <pc:sldMk cId="1230700268" sldId="312"/>
        </pc:sldMkLst>
      </pc:sldChg>
      <pc:sldChg chg="addSp delSp modSp mod ord setBg">
        <pc:chgData name="Feldman, Stephen" userId="a3e9663f-ff0d-4535-bfbd-577a4897c200" providerId="ADAL" clId="{63E22959-90AB-4DF7-8718-94FE5D201789}" dt="2025-11-02T21:50:29.559" v="13386" actId="14100"/>
        <pc:sldMkLst>
          <pc:docMk/>
          <pc:sldMk cId="4153247059" sldId="313"/>
        </pc:sldMkLst>
        <pc:spChg chg="del mod">
          <ac:chgData name="Feldman, Stephen" userId="a3e9663f-ff0d-4535-bfbd-577a4897c200" providerId="ADAL" clId="{63E22959-90AB-4DF7-8718-94FE5D201789}" dt="2025-11-02T21:49:08.108" v="13363" actId="478"/>
          <ac:spMkLst>
            <pc:docMk/>
            <pc:sldMk cId="4153247059" sldId="313"/>
            <ac:spMk id="2" creationId="{E2D30E0F-10C6-298A-C347-E831FFF4ECB8}"/>
          </ac:spMkLst>
        </pc:spChg>
        <pc:spChg chg="del mod">
          <ac:chgData name="Feldman, Stephen" userId="a3e9663f-ff0d-4535-bfbd-577a4897c200" providerId="ADAL" clId="{63E22959-90AB-4DF7-8718-94FE5D201789}" dt="2025-11-02T21:47:45.349" v="13350" actId="478"/>
          <ac:spMkLst>
            <pc:docMk/>
            <pc:sldMk cId="4153247059" sldId="313"/>
            <ac:spMk id="3" creationId="{41191CC7-9CF2-71F0-1AD4-791EA9CBAD97}"/>
          </ac:spMkLst>
        </pc:spChg>
        <pc:spChg chg="add mod">
          <ac:chgData name="Feldman, Stephen" userId="a3e9663f-ff0d-4535-bfbd-577a4897c200" providerId="ADAL" clId="{63E22959-90AB-4DF7-8718-94FE5D201789}" dt="2025-11-02T21:50:29.559" v="13386" actId="14100"/>
          <ac:spMkLst>
            <pc:docMk/>
            <pc:sldMk cId="4153247059" sldId="313"/>
            <ac:spMk id="11" creationId="{E696A214-82C9-E235-E476-F87BB62FB342}"/>
          </ac:spMkLst>
        </pc:spChg>
        <pc:spChg chg="add">
          <ac:chgData name="Feldman, Stephen" userId="a3e9663f-ff0d-4535-bfbd-577a4897c200" providerId="ADAL" clId="{63E22959-90AB-4DF7-8718-94FE5D201789}" dt="2025-11-02T21:48:17.959" v="13355" actId="26606"/>
          <ac:spMkLst>
            <pc:docMk/>
            <pc:sldMk cId="4153247059" sldId="313"/>
            <ac:spMk id="12" creationId="{1ED69555-EE48-4B19-812B-4E1068DBF976}"/>
          </ac:spMkLst>
        </pc:spChg>
        <pc:spChg chg="add">
          <ac:chgData name="Feldman, Stephen" userId="a3e9663f-ff0d-4535-bfbd-577a4897c200" providerId="ADAL" clId="{63E22959-90AB-4DF7-8718-94FE5D201789}" dt="2025-11-02T21:48:17.959" v="13355" actId="26606"/>
          <ac:spMkLst>
            <pc:docMk/>
            <pc:sldMk cId="4153247059" sldId="313"/>
            <ac:spMk id="14" creationId="{57AEB73D-F521-4B19-820F-12DB6BCC8406}"/>
          </ac:spMkLst>
        </pc:spChg>
        <pc:spChg chg="add">
          <ac:chgData name="Feldman, Stephen" userId="a3e9663f-ff0d-4535-bfbd-577a4897c200" providerId="ADAL" clId="{63E22959-90AB-4DF7-8718-94FE5D201789}" dt="2025-11-02T21:48:17.959" v="13355" actId="26606"/>
          <ac:spMkLst>
            <pc:docMk/>
            <pc:sldMk cId="4153247059" sldId="313"/>
            <ac:spMk id="16" creationId="{6B72EEBA-3A5D-41CE-8465-A45A0F65674E}"/>
          </ac:spMkLst>
        </pc:spChg>
        <pc:spChg chg="add">
          <ac:chgData name="Feldman, Stephen" userId="a3e9663f-ff0d-4535-bfbd-577a4897c200" providerId="ADAL" clId="{63E22959-90AB-4DF7-8718-94FE5D201789}" dt="2025-11-02T21:48:17.959" v="13355" actId="26606"/>
          <ac:spMkLst>
            <pc:docMk/>
            <pc:sldMk cId="4153247059" sldId="313"/>
            <ac:spMk id="18" creationId="{EA164D6B-6878-4B9F-A2D0-985D39B17B46}"/>
          </ac:spMkLst>
        </pc:spChg>
        <pc:spChg chg="add">
          <ac:chgData name="Feldman, Stephen" userId="a3e9663f-ff0d-4535-bfbd-577a4897c200" providerId="ADAL" clId="{63E22959-90AB-4DF7-8718-94FE5D201789}" dt="2025-11-02T21:48:17.959" v="13355" actId="26606"/>
          <ac:spMkLst>
            <pc:docMk/>
            <pc:sldMk cId="4153247059" sldId="313"/>
            <ac:spMk id="20" creationId="{362F176A-9349-4CD7-8042-59C0200C8CE9}"/>
          </ac:spMkLst>
        </pc:spChg>
        <pc:spChg chg="add">
          <ac:chgData name="Feldman, Stephen" userId="a3e9663f-ff0d-4535-bfbd-577a4897c200" providerId="ADAL" clId="{63E22959-90AB-4DF7-8718-94FE5D201789}" dt="2025-11-02T21:48:17.959" v="13355" actId="26606"/>
          <ac:spMkLst>
            <pc:docMk/>
            <pc:sldMk cId="4153247059" sldId="313"/>
            <ac:spMk id="22" creationId="{4E9A171F-91A7-42F8-B25C-E38B244E757C}"/>
          </ac:spMkLst>
        </pc:spChg>
        <pc:spChg chg="add">
          <ac:chgData name="Feldman, Stephen" userId="a3e9663f-ff0d-4535-bfbd-577a4897c200" providerId="ADAL" clId="{63E22959-90AB-4DF7-8718-94FE5D201789}" dt="2025-11-02T21:48:17.959" v="13355" actId="26606"/>
          <ac:spMkLst>
            <pc:docMk/>
            <pc:sldMk cId="4153247059" sldId="313"/>
            <ac:spMk id="24" creationId="{064738AB-B6BE-4867-889A-52CE4AC8DBD0}"/>
          </ac:spMkLst>
        </pc:spChg>
        <pc:spChg chg="add">
          <ac:chgData name="Feldman, Stephen" userId="a3e9663f-ff0d-4535-bfbd-577a4897c200" providerId="ADAL" clId="{63E22959-90AB-4DF7-8718-94FE5D201789}" dt="2025-11-02T21:48:17.959" v="13355" actId="26606"/>
          <ac:spMkLst>
            <pc:docMk/>
            <pc:sldMk cId="4153247059" sldId="313"/>
            <ac:spMk id="26" creationId="{985AAE23-FCB6-4663-907C-0110B0FDC58E}"/>
          </ac:spMkLst>
        </pc:spChg>
        <pc:spChg chg="add">
          <ac:chgData name="Feldman, Stephen" userId="a3e9663f-ff0d-4535-bfbd-577a4897c200" providerId="ADAL" clId="{63E22959-90AB-4DF7-8718-94FE5D201789}" dt="2025-11-02T21:48:17.959" v="13355" actId="26606"/>
          <ac:spMkLst>
            <pc:docMk/>
            <pc:sldMk cId="4153247059" sldId="313"/>
            <ac:spMk id="28" creationId="{57851D67-7085-40E2-B146-F91433A28E08}"/>
          </ac:spMkLst>
        </pc:spChg>
        <pc:spChg chg="add">
          <ac:chgData name="Feldman, Stephen" userId="a3e9663f-ff0d-4535-bfbd-577a4897c200" providerId="ADAL" clId="{63E22959-90AB-4DF7-8718-94FE5D201789}" dt="2025-11-02T21:48:17.959" v="13355" actId="26606"/>
          <ac:spMkLst>
            <pc:docMk/>
            <pc:sldMk cId="4153247059" sldId="313"/>
            <ac:spMk id="34" creationId="{56A898E0-0F1C-4CD6-BBAB-3A481A2F02DB}"/>
          </ac:spMkLst>
        </pc:spChg>
        <pc:picChg chg="add mod">
          <ac:chgData name="Feldman, Stephen" userId="a3e9663f-ff0d-4535-bfbd-577a4897c200" providerId="ADAL" clId="{63E22959-90AB-4DF7-8718-94FE5D201789}" dt="2025-11-02T21:50:12.923" v="13374" actId="1076"/>
          <ac:picMkLst>
            <pc:docMk/>
            <pc:sldMk cId="4153247059" sldId="313"/>
            <ac:picMk id="5" creationId="{3C064AEF-956A-2AB3-9C51-4115209EAEDD}"/>
          </ac:picMkLst>
        </pc:picChg>
        <pc:picChg chg="add mod">
          <ac:chgData name="Feldman, Stephen" userId="a3e9663f-ff0d-4535-bfbd-577a4897c200" providerId="ADAL" clId="{63E22959-90AB-4DF7-8718-94FE5D201789}" dt="2025-11-02T21:49:58.664" v="13371" actId="1076"/>
          <ac:picMkLst>
            <pc:docMk/>
            <pc:sldMk cId="4153247059" sldId="313"/>
            <ac:picMk id="7" creationId="{913D6523-CDE7-A79E-6BCE-475B11F85576}"/>
          </ac:picMkLst>
        </pc:picChg>
        <pc:picChg chg="add mod">
          <ac:chgData name="Feldman, Stephen" userId="a3e9663f-ff0d-4535-bfbd-577a4897c200" providerId="ADAL" clId="{63E22959-90AB-4DF7-8718-94FE5D201789}" dt="2025-11-02T21:50:18.691" v="13376" actId="1076"/>
          <ac:picMkLst>
            <pc:docMk/>
            <pc:sldMk cId="4153247059" sldId="313"/>
            <ac:picMk id="9" creationId="{89B43D55-BEBF-3ABC-0106-23304448DC4E}"/>
          </ac:picMkLst>
        </pc:picChg>
      </pc:sldChg>
      <pc:sldChg chg="addSp modSp mod">
        <pc:chgData name="Feldman, Stephen" userId="a3e9663f-ff0d-4535-bfbd-577a4897c200" providerId="ADAL" clId="{63E22959-90AB-4DF7-8718-94FE5D201789}" dt="2025-11-02T22:22:26.685" v="14306" actId="20577"/>
        <pc:sldMkLst>
          <pc:docMk/>
          <pc:sldMk cId="2916022834" sldId="314"/>
        </pc:sldMkLst>
        <pc:spChg chg="add mod">
          <ac:chgData name="Feldman, Stephen" userId="a3e9663f-ff0d-4535-bfbd-577a4897c200" providerId="ADAL" clId="{63E22959-90AB-4DF7-8718-94FE5D201789}" dt="2025-11-02T22:22:26.685" v="14306" actId="20577"/>
          <ac:spMkLst>
            <pc:docMk/>
            <pc:sldMk cId="2916022834" sldId="314"/>
            <ac:spMk id="6" creationId="{94CA85EC-0009-153F-A530-06980CDE3CBC}"/>
          </ac:spMkLst>
        </pc:spChg>
        <pc:spChg chg="mod">
          <ac:chgData name="Feldman, Stephen" userId="a3e9663f-ff0d-4535-bfbd-577a4897c200" providerId="ADAL" clId="{63E22959-90AB-4DF7-8718-94FE5D201789}" dt="2025-10-14T22:46:40.748" v="1578" actId="1076"/>
          <ac:spMkLst>
            <pc:docMk/>
            <pc:sldMk cId="2916022834" sldId="314"/>
            <ac:spMk id="7" creationId="{0814B6A3-5F3E-4909-8ED5-87FE82492264}"/>
          </ac:spMkLst>
        </pc:spChg>
      </pc:sldChg>
      <pc:sldChg chg="modSp mod">
        <pc:chgData name="Feldman, Stephen" userId="a3e9663f-ff0d-4535-bfbd-577a4897c200" providerId="ADAL" clId="{63E22959-90AB-4DF7-8718-94FE5D201789}" dt="2025-10-16T22:38:23.947" v="3649" actId="20577"/>
        <pc:sldMkLst>
          <pc:docMk/>
          <pc:sldMk cId="2323907241" sldId="315"/>
        </pc:sldMkLst>
        <pc:spChg chg="mod">
          <ac:chgData name="Feldman, Stephen" userId="a3e9663f-ff0d-4535-bfbd-577a4897c200" providerId="ADAL" clId="{63E22959-90AB-4DF7-8718-94FE5D201789}" dt="2025-10-16T22:38:23.947" v="3649" actId="20577"/>
          <ac:spMkLst>
            <pc:docMk/>
            <pc:sldMk cId="2323907241" sldId="315"/>
            <ac:spMk id="7" creationId="{0814B6A3-5F3E-4909-8ED5-87FE82492264}"/>
          </ac:spMkLst>
        </pc:spChg>
      </pc:sldChg>
      <pc:sldChg chg="del">
        <pc:chgData name="Feldman, Stephen" userId="a3e9663f-ff0d-4535-bfbd-577a4897c200" providerId="ADAL" clId="{63E22959-90AB-4DF7-8718-94FE5D201789}" dt="2025-11-02T22:08:55.305" v="14272" actId="47"/>
        <pc:sldMkLst>
          <pc:docMk/>
          <pc:sldMk cId="2394014735" sldId="316"/>
        </pc:sldMkLst>
      </pc:sldChg>
      <pc:sldChg chg="addSp delSp modSp mod ord setBg">
        <pc:chgData name="Feldman, Stephen" userId="a3e9663f-ff0d-4535-bfbd-577a4897c200" providerId="ADAL" clId="{63E22959-90AB-4DF7-8718-94FE5D201789}" dt="2025-11-02T22:22:30.853" v="14308"/>
        <pc:sldMkLst>
          <pc:docMk/>
          <pc:sldMk cId="237601782" sldId="317"/>
        </pc:sldMkLst>
        <pc:spChg chg="mod">
          <ac:chgData name="Feldman, Stephen" userId="a3e9663f-ff0d-4535-bfbd-577a4897c200" providerId="ADAL" clId="{63E22959-90AB-4DF7-8718-94FE5D201789}" dt="2025-10-31T20:55:12.398" v="3963" actId="26606"/>
          <ac:spMkLst>
            <pc:docMk/>
            <pc:sldMk cId="237601782" sldId="317"/>
            <ac:spMk id="2" creationId="{667337B8-F12A-43B7-2E8B-CB47C57E36D4}"/>
          </ac:spMkLst>
        </pc:spChg>
        <pc:spChg chg="mod">
          <ac:chgData name="Feldman, Stephen" userId="a3e9663f-ff0d-4535-bfbd-577a4897c200" providerId="ADAL" clId="{63E22959-90AB-4DF7-8718-94FE5D201789}" dt="2025-10-31T21:29:40.749" v="4255" actId="20577"/>
          <ac:spMkLst>
            <pc:docMk/>
            <pc:sldMk cId="237601782" sldId="317"/>
            <ac:spMk id="4" creationId="{97A79379-8C30-CF17-0149-D3F27303CA43}"/>
          </ac:spMkLst>
        </pc:spChg>
        <pc:spChg chg="add">
          <ac:chgData name="Feldman, Stephen" userId="a3e9663f-ff0d-4535-bfbd-577a4897c200" providerId="ADAL" clId="{63E22959-90AB-4DF7-8718-94FE5D201789}" dt="2025-10-31T20:55:12.398" v="3963" actId="26606"/>
          <ac:spMkLst>
            <pc:docMk/>
            <pc:sldMk cId="237601782" sldId="317"/>
            <ac:spMk id="1031" creationId="{099405E2-1A96-4DBA-A9DC-4C2A1B421CA9}"/>
          </ac:spMkLst>
        </pc:spChg>
        <pc:spChg chg="add">
          <ac:chgData name="Feldman, Stephen" userId="a3e9663f-ff0d-4535-bfbd-577a4897c200" providerId="ADAL" clId="{63E22959-90AB-4DF7-8718-94FE5D201789}" dt="2025-10-31T20:55:12.398" v="3963" actId="26606"/>
          <ac:spMkLst>
            <pc:docMk/>
            <pc:sldMk cId="237601782" sldId="317"/>
            <ac:spMk id="1033" creationId="{79855050-A75B-4DD0-9B56-8B1C7722D884}"/>
          </ac:spMkLst>
        </pc:spChg>
        <pc:spChg chg="add">
          <ac:chgData name="Feldman, Stephen" userId="a3e9663f-ff0d-4535-bfbd-577a4897c200" providerId="ADAL" clId="{63E22959-90AB-4DF7-8718-94FE5D201789}" dt="2025-10-31T20:55:12.398" v="3963" actId="26606"/>
          <ac:spMkLst>
            <pc:docMk/>
            <pc:sldMk cId="237601782" sldId="317"/>
            <ac:spMk id="1035" creationId="{2060C0F7-61A6-4E64-A77E-AFBD81127352}"/>
          </ac:spMkLst>
        </pc:spChg>
        <pc:spChg chg="add">
          <ac:chgData name="Feldman, Stephen" userId="a3e9663f-ff0d-4535-bfbd-577a4897c200" providerId="ADAL" clId="{63E22959-90AB-4DF7-8718-94FE5D201789}" dt="2025-10-31T20:55:12.398" v="3963" actId="26606"/>
          <ac:spMkLst>
            <pc:docMk/>
            <pc:sldMk cId="237601782" sldId="317"/>
            <ac:spMk id="1037" creationId="{BCF4857D-F003-4CA1-82AB-00900B1008BA}"/>
          </ac:spMkLst>
        </pc:spChg>
        <pc:spChg chg="add">
          <ac:chgData name="Feldman, Stephen" userId="a3e9663f-ff0d-4535-bfbd-577a4897c200" providerId="ADAL" clId="{63E22959-90AB-4DF7-8718-94FE5D201789}" dt="2025-10-31T20:55:12.398" v="3963" actId="26606"/>
          <ac:spMkLst>
            <pc:docMk/>
            <pc:sldMk cId="237601782" sldId="317"/>
            <ac:spMk id="1039" creationId="{DB791336-FCAA-4174-9303-B3F374861110}"/>
          </ac:spMkLst>
        </pc:spChg>
        <pc:spChg chg="add">
          <ac:chgData name="Feldman, Stephen" userId="a3e9663f-ff0d-4535-bfbd-577a4897c200" providerId="ADAL" clId="{63E22959-90AB-4DF7-8718-94FE5D201789}" dt="2025-10-31T20:55:12.398" v="3963" actId="26606"/>
          <ac:spMkLst>
            <pc:docMk/>
            <pc:sldMk cId="237601782" sldId="317"/>
            <ac:spMk id="1041" creationId="{CA212158-300D-44D0-9CCE-472C3F669EE1}"/>
          </ac:spMkLst>
        </pc:spChg>
        <pc:spChg chg="add">
          <ac:chgData name="Feldman, Stephen" userId="a3e9663f-ff0d-4535-bfbd-577a4897c200" providerId="ADAL" clId="{63E22959-90AB-4DF7-8718-94FE5D201789}" dt="2025-10-31T20:55:12.398" v="3963" actId="26606"/>
          <ac:spMkLst>
            <pc:docMk/>
            <pc:sldMk cId="237601782" sldId="317"/>
            <ac:spMk id="1043" creationId="{988521F4-D44A-42C5-9BDB-5CA25554098B}"/>
          </ac:spMkLst>
        </pc:spChg>
        <pc:spChg chg="add">
          <ac:chgData name="Feldman, Stephen" userId="a3e9663f-ff0d-4535-bfbd-577a4897c200" providerId="ADAL" clId="{63E22959-90AB-4DF7-8718-94FE5D201789}" dt="2025-10-31T20:55:12.398" v="3963" actId="26606"/>
          <ac:spMkLst>
            <pc:docMk/>
            <pc:sldMk cId="237601782" sldId="317"/>
            <ac:spMk id="1045" creationId="{5E6738EB-6FF0-4AF9-8462-57F4494B88B2}"/>
          </ac:spMkLst>
        </pc:spChg>
        <pc:picChg chg="add mod">
          <ac:chgData name="Feldman, Stephen" userId="a3e9663f-ff0d-4535-bfbd-577a4897c200" providerId="ADAL" clId="{63E22959-90AB-4DF7-8718-94FE5D201789}" dt="2025-11-02T19:25:01.105" v="7560"/>
          <ac:picMkLst>
            <pc:docMk/>
            <pc:sldMk cId="237601782" sldId="317"/>
            <ac:picMk id="1026" creationId="{386670D5-58D3-00D7-412F-EDDCD2042965}"/>
          </ac:picMkLst>
        </pc:picChg>
      </pc:sldChg>
      <pc:sldChg chg="addSp delSp modSp new mod">
        <pc:chgData name="Feldman, Stephen" userId="a3e9663f-ff0d-4535-bfbd-577a4897c200" providerId="ADAL" clId="{63E22959-90AB-4DF7-8718-94FE5D201789}" dt="2025-10-14T22:27:10.790" v="762" actId="255"/>
        <pc:sldMkLst>
          <pc:docMk/>
          <pc:sldMk cId="123395625" sldId="318"/>
        </pc:sldMkLst>
        <pc:spChg chg="mod">
          <ac:chgData name="Feldman, Stephen" userId="a3e9663f-ff0d-4535-bfbd-577a4897c200" providerId="ADAL" clId="{63E22959-90AB-4DF7-8718-94FE5D201789}" dt="2025-10-14T22:19:14.220" v="183" actId="20577"/>
          <ac:spMkLst>
            <pc:docMk/>
            <pc:sldMk cId="123395625" sldId="318"/>
            <ac:spMk id="2" creationId="{741BEC56-091D-82F7-16CD-147904B957C2}"/>
          </ac:spMkLst>
        </pc:spChg>
        <pc:spChg chg="mod">
          <ac:chgData name="Feldman, Stephen" userId="a3e9663f-ff0d-4535-bfbd-577a4897c200" providerId="ADAL" clId="{63E22959-90AB-4DF7-8718-94FE5D201789}" dt="2025-10-14T22:27:06.208" v="761" actId="255"/>
          <ac:spMkLst>
            <pc:docMk/>
            <pc:sldMk cId="123395625" sldId="318"/>
            <ac:spMk id="3" creationId="{B3447F16-F541-A600-7D21-3B3A4DBA1874}"/>
          </ac:spMkLst>
        </pc:spChg>
        <pc:spChg chg="mod">
          <ac:chgData name="Feldman, Stephen" userId="a3e9663f-ff0d-4535-bfbd-577a4897c200" providerId="ADAL" clId="{63E22959-90AB-4DF7-8718-94FE5D201789}" dt="2025-10-14T22:27:10.790" v="762" actId="255"/>
          <ac:spMkLst>
            <pc:docMk/>
            <pc:sldMk cId="123395625" sldId="318"/>
            <ac:spMk id="4" creationId="{AE4FC519-258B-1241-E6CA-CC4325CF518C}"/>
          </ac:spMkLst>
        </pc:spChg>
        <pc:picChg chg="add mod">
          <ac:chgData name="Feldman, Stephen" userId="a3e9663f-ff0d-4535-bfbd-577a4897c200" providerId="ADAL" clId="{63E22959-90AB-4DF7-8718-94FE5D201789}" dt="2025-10-14T22:26:21.729" v="753" actId="1076"/>
          <ac:picMkLst>
            <pc:docMk/>
            <pc:sldMk cId="123395625" sldId="318"/>
            <ac:picMk id="1026" creationId="{AB9C5B98-F651-B0F9-7A30-D557DC530CAE}"/>
          </ac:picMkLst>
        </pc:picChg>
        <pc:picChg chg="add mod">
          <ac:chgData name="Feldman, Stephen" userId="a3e9663f-ff0d-4535-bfbd-577a4897c200" providerId="ADAL" clId="{63E22959-90AB-4DF7-8718-94FE5D201789}" dt="2025-10-14T22:26:52.078" v="760" actId="1076"/>
          <ac:picMkLst>
            <pc:docMk/>
            <pc:sldMk cId="123395625" sldId="318"/>
            <ac:picMk id="1028" creationId="{3A0AB419-47E1-310F-DD04-4EBFD9374C63}"/>
          </ac:picMkLst>
        </pc:picChg>
      </pc:sldChg>
      <pc:sldChg chg="addSp delSp modSp new add del mod modNotesTx">
        <pc:chgData name="Feldman, Stephen" userId="a3e9663f-ff0d-4535-bfbd-577a4897c200" providerId="ADAL" clId="{63E22959-90AB-4DF7-8718-94FE5D201789}" dt="2025-11-02T19:38:45.987" v="7761" actId="20577"/>
        <pc:sldMkLst>
          <pc:docMk/>
          <pc:sldMk cId="1719507441" sldId="319"/>
        </pc:sldMkLst>
        <pc:spChg chg="mod">
          <ac:chgData name="Feldman, Stephen" userId="a3e9663f-ff0d-4535-bfbd-577a4897c200" providerId="ADAL" clId="{63E22959-90AB-4DF7-8718-94FE5D201789}" dt="2025-11-02T19:38:45.987" v="7761" actId="20577"/>
          <ac:spMkLst>
            <pc:docMk/>
            <pc:sldMk cId="1719507441" sldId="319"/>
            <ac:spMk id="3" creationId="{E6E97716-FC7A-04E5-E3F3-437E01F2CB8C}"/>
          </ac:spMkLst>
        </pc:spChg>
      </pc:sldChg>
      <pc:sldChg chg="addSp delSp modSp new mod">
        <pc:chgData name="Feldman, Stephen" userId="a3e9663f-ff0d-4535-bfbd-577a4897c200" providerId="ADAL" clId="{63E22959-90AB-4DF7-8718-94FE5D201789}" dt="2025-11-02T19:39:29.853" v="7765" actId="20577"/>
        <pc:sldMkLst>
          <pc:docMk/>
          <pc:sldMk cId="931009079" sldId="320"/>
        </pc:sldMkLst>
        <pc:spChg chg="mod">
          <ac:chgData name="Feldman, Stephen" userId="a3e9663f-ff0d-4535-bfbd-577a4897c200" providerId="ADAL" clId="{63E22959-90AB-4DF7-8718-94FE5D201789}" dt="2025-10-14T22:50:59.157" v="1757" actId="20577"/>
          <ac:spMkLst>
            <pc:docMk/>
            <pc:sldMk cId="931009079" sldId="320"/>
            <ac:spMk id="2" creationId="{56A2E6F2-D7F3-7E0D-F6A0-C210B03C6556}"/>
          </ac:spMkLst>
        </pc:spChg>
        <pc:spChg chg="mod">
          <ac:chgData name="Feldman, Stephen" userId="a3e9663f-ff0d-4535-bfbd-577a4897c200" providerId="ADAL" clId="{63E22959-90AB-4DF7-8718-94FE5D201789}" dt="2025-11-02T19:39:29.853" v="7765" actId="20577"/>
          <ac:spMkLst>
            <pc:docMk/>
            <pc:sldMk cId="931009079" sldId="320"/>
            <ac:spMk id="3" creationId="{7DF449CD-BCAC-7397-CE46-D205A0CFBC47}"/>
          </ac:spMkLst>
        </pc:spChg>
        <pc:spChg chg="add del mod">
          <ac:chgData name="Feldman, Stephen" userId="a3e9663f-ff0d-4535-bfbd-577a4897c200" providerId="ADAL" clId="{63E22959-90AB-4DF7-8718-94FE5D201789}" dt="2025-11-02T19:31:27.951" v="7565" actId="34307"/>
          <ac:spMkLst>
            <pc:docMk/>
            <pc:sldMk cId="931009079" sldId="320"/>
            <ac:spMk id="6" creationId="{D2F8453B-4C03-55D5-8B19-E462EE96A213}"/>
          </ac:spMkLst>
        </pc:spChg>
        <pc:spChg chg="add del mod">
          <ac:chgData name="Feldman, Stephen" userId="a3e9663f-ff0d-4535-bfbd-577a4897c200" providerId="ADAL" clId="{63E22959-90AB-4DF7-8718-94FE5D201789}" dt="2025-11-02T19:31:35.943" v="7567" actId="478"/>
          <ac:spMkLst>
            <pc:docMk/>
            <pc:sldMk cId="931009079" sldId="320"/>
            <ac:spMk id="9" creationId="{A90087AD-FA0E-EF15-89A1-23272827243B}"/>
          </ac:spMkLst>
        </pc:spChg>
        <pc:spChg chg="add mod">
          <ac:chgData name="Feldman, Stephen" userId="a3e9663f-ff0d-4535-bfbd-577a4897c200" providerId="ADAL" clId="{63E22959-90AB-4DF7-8718-94FE5D201789}" dt="2025-11-02T19:33:02.039" v="7617"/>
          <ac:spMkLst>
            <pc:docMk/>
            <pc:sldMk cId="931009079" sldId="320"/>
            <ac:spMk id="10" creationId="{34FD9E8B-2551-21D6-BDBE-64968885D824}"/>
          </ac:spMkLst>
        </pc:spChg>
        <pc:spChg chg="add mod">
          <ac:chgData name="Feldman, Stephen" userId="a3e9663f-ff0d-4535-bfbd-577a4897c200" providerId="ADAL" clId="{63E22959-90AB-4DF7-8718-94FE5D201789}" dt="2025-11-02T19:33:45.709" v="7728" actId="1076"/>
          <ac:spMkLst>
            <pc:docMk/>
            <pc:sldMk cId="931009079" sldId="320"/>
            <ac:spMk id="12" creationId="{9820C54D-BF54-8029-9C5F-474DAC3F0B84}"/>
          </ac:spMkLst>
        </pc:spChg>
        <pc:picChg chg="add del mod ord">
          <ac:chgData name="Feldman, Stephen" userId="a3e9663f-ff0d-4535-bfbd-577a4897c200" providerId="ADAL" clId="{63E22959-90AB-4DF7-8718-94FE5D201789}" dt="2025-11-02T19:31:34.099" v="7566" actId="478"/>
          <ac:picMkLst>
            <pc:docMk/>
            <pc:sldMk cId="931009079" sldId="320"/>
            <ac:picMk id="7" creationId="{7C9133E8-FE2B-C1D3-9BCF-429CC29B6EC7}"/>
          </ac:picMkLst>
        </pc:picChg>
        <pc:picChg chg="add mod">
          <ac:chgData name="Feldman, Stephen" userId="a3e9663f-ff0d-4535-bfbd-577a4897c200" providerId="ADAL" clId="{63E22959-90AB-4DF7-8718-94FE5D201789}" dt="2025-11-02T19:32:11.829" v="7572" actId="1076"/>
          <ac:picMkLst>
            <pc:docMk/>
            <pc:sldMk cId="931009079" sldId="320"/>
            <ac:picMk id="3074" creationId="{9D7A1721-F0E1-D966-CE5C-88F7E930FF57}"/>
          </ac:picMkLst>
        </pc:picChg>
      </pc:sldChg>
      <pc:sldChg chg="addSp delSp modSp new mod setBg">
        <pc:chgData name="Feldman, Stephen" userId="a3e9663f-ff0d-4535-bfbd-577a4897c200" providerId="ADAL" clId="{63E22959-90AB-4DF7-8718-94FE5D201789}" dt="2025-11-02T19:35:47.021" v="7752" actId="20577"/>
        <pc:sldMkLst>
          <pc:docMk/>
          <pc:sldMk cId="1552257811" sldId="321"/>
        </pc:sldMkLst>
        <pc:spChg chg="mod">
          <ac:chgData name="Feldman, Stephen" userId="a3e9663f-ff0d-4535-bfbd-577a4897c200" providerId="ADAL" clId="{63E22959-90AB-4DF7-8718-94FE5D201789}" dt="2025-10-14T23:01:20.517" v="2907" actId="26606"/>
          <ac:spMkLst>
            <pc:docMk/>
            <pc:sldMk cId="1552257811" sldId="321"/>
            <ac:spMk id="2" creationId="{16F5E661-8CD8-AFBA-E4ED-BCD878384D95}"/>
          </ac:spMkLst>
        </pc:spChg>
        <pc:spChg chg="mod">
          <ac:chgData name="Feldman, Stephen" userId="a3e9663f-ff0d-4535-bfbd-577a4897c200" providerId="ADAL" clId="{63E22959-90AB-4DF7-8718-94FE5D201789}" dt="2025-10-14T23:01:20.517" v="2907" actId="26606"/>
          <ac:spMkLst>
            <pc:docMk/>
            <pc:sldMk cId="1552257811" sldId="321"/>
            <ac:spMk id="3" creationId="{FC2D0FE5-BF6B-E7C4-44E7-F9B7718D63CA}"/>
          </ac:spMkLst>
        </pc:spChg>
        <pc:spChg chg="add mod">
          <ac:chgData name="Feldman, Stephen" userId="a3e9663f-ff0d-4535-bfbd-577a4897c200" providerId="ADAL" clId="{63E22959-90AB-4DF7-8718-94FE5D201789}" dt="2025-11-02T19:35:47.021" v="7752" actId="20577"/>
          <ac:spMkLst>
            <pc:docMk/>
            <pc:sldMk cId="1552257811" sldId="321"/>
            <ac:spMk id="7" creationId="{4D9DC785-4066-56B5-A107-6B609BB80B61}"/>
          </ac:spMkLst>
        </pc:spChg>
        <pc:spChg chg="add">
          <ac:chgData name="Feldman, Stephen" userId="a3e9663f-ff0d-4535-bfbd-577a4897c200" providerId="ADAL" clId="{63E22959-90AB-4DF7-8718-94FE5D201789}" dt="2025-10-14T23:03:38.456" v="2910" actId="26606"/>
          <ac:spMkLst>
            <pc:docMk/>
            <pc:sldMk cId="1552257811" sldId="321"/>
            <ac:spMk id="2061" creationId="{C3FEC850-D70F-4F53-AFB0-352FEA94523E}"/>
          </ac:spMkLst>
        </pc:spChg>
        <pc:spChg chg="add">
          <ac:chgData name="Feldman, Stephen" userId="a3e9663f-ff0d-4535-bfbd-577a4897c200" providerId="ADAL" clId="{63E22959-90AB-4DF7-8718-94FE5D201789}" dt="2025-10-14T23:03:38.456" v="2910" actId="26606"/>
          <ac:spMkLst>
            <pc:docMk/>
            <pc:sldMk cId="1552257811" sldId="321"/>
            <ac:spMk id="2063" creationId="{98928BEC-981A-4B8F-98FA-839975C5F1B3}"/>
          </ac:spMkLst>
        </pc:spChg>
        <pc:spChg chg="add">
          <ac:chgData name="Feldman, Stephen" userId="a3e9663f-ff0d-4535-bfbd-577a4897c200" providerId="ADAL" clId="{63E22959-90AB-4DF7-8718-94FE5D201789}" dt="2025-10-14T23:03:38.456" v="2910" actId="26606"/>
          <ac:spMkLst>
            <pc:docMk/>
            <pc:sldMk cId="1552257811" sldId="321"/>
            <ac:spMk id="2065" creationId="{32BA9D6C-8214-4E25-AF8B-48762AD8D530}"/>
          </ac:spMkLst>
        </pc:spChg>
        <pc:spChg chg="add">
          <ac:chgData name="Feldman, Stephen" userId="a3e9663f-ff0d-4535-bfbd-577a4897c200" providerId="ADAL" clId="{63E22959-90AB-4DF7-8718-94FE5D201789}" dt="2025-10-14T23:03:38.456" v="2910" actId="26606"/>
          <ac:spMkLst>
            <pc:docMk/>
            <pc:sldMk cId="1552257811" sldId="321"/>
            <ac:spMk id="2071" creationId="{5D7B94B2-D9B6-4EAC-8CD9-3961D1784347}"/>
          </ac:spMkLst>
        </pc:spChg>
        <pc:spChg chg="add">
          <ac:chgData name="Feldman, Stephen" userId="a3e9663f-ff0d-4535-bfbd-577a4897c200" providerId="ADAL" clId="{63E22959-90AB-4DF7-8718-94FE5D201789}" dt="2025-10-14T23:03:38.456" v="2910" actId="26606"/>
          <ac:spMkLst>
            <pc:docMk/>
            <pc:sldMk cId="1552257811" sldId="321"/>
            <ac:spMk id="2073" creationId="{EA6FE760-E70F-4EB9-BCB1-D7795F04B6C2}"/>
          </ac:spMkLst>
        </pc:spChg>
        <pc:picChg chg="add mod">
          <ac:chgData name="Feldman, Stephen" userId="a3e9663f-ff0d-4535-bfbd-577a4897c200" providerId="ADAL" clId="{63E22959-90AB-4DF7-8718-94FE5D201789}" dt="2025-11-02T19:28:46.257" v="7564"/>
          <ac:picMkLst>
            <pc:docMk/>
            <pc:sldMk cId="1552257811" sldId="321"/>
            <ac:picMk id="6" creationId="{39F956A1-2C88-14E4-0136-9938F0B61E56}"/>
          </ac:picMkLst>
        </pc:picChg>
        <pc:picChg chg="add mod">
          <ac:chgData name="Feldman, Stephen" userId="a3e9663f-ff0d-4535-bfbd-577a4897c200" providerId="ADAL" clId="{63E22959-90AB-4DF7-8718-94FE5D201789}" dt="2025-11-02T19:28:20.171" v="7563"/>
          <ac:picMkLst>
            <pc:docMk/>
            <pc:sldMk cId="1552257811" sldId="321"/>
            <ac:picMk id="2054" creationId="{E8221840-128A-3C85-217F-2921D4FB8AFC}"/>
          </ac:picMkLst>
        </pc:picChg>
      </pc:sldChg>
      <pc:sldChg chg="addSp modSp new del mod">
        <pc:chgData name="Feldman, Stephen" userId="a3e9663f-ff0d-4535-bfbd-577a4897c200" providerId="ADAL" clId="{63E22959-90AB-4DF7-8718-94FE5D201789}" dt="2025-11-02T19:37:15.259" v="7753" actId="47"/>
        <pc:sldMkLst>
          <pc:docMk/>
          <pc:sldMk cId="1328681358" sldId="322"/>
        </pc:sldMkLst>
      </pc:sldChg>
      <pc:sldChg chg="modSp add mod">
        <pc:chgData name="Feldman, Stephen" userId="a3e9663f-ff0d-4535-bfbd-577a4897c200" providerId="ADAL" clId="{63E22959-90AB-4DF7-8718-94FE5D201789}" dt="2025-10-14T23:33:02.252" v="3264" actId="20577"/>
        <pc:sldMkLst>
          <pc:docMk/>
          <pc:sldMk cId="58725158" sldId="323"/>
        </pc:sldMkLst>
        <pc:spChg chg="mod">
          <ac:chgData name="Feldman, Stephen" userId="a3e9663f-ff0d-4535-bfbd-577a4897c200" providerId="ADAL" clId="{63E22959-90AB-4DF7-8718-94FE5D201789}" dt="2025-10-14T23:33:02.252" v="3264" actId="20577"/>
          <ac:spMkLst>
            <pc:docMk/>
            <pc:sldMk cId="58725158" sldId="323"/>
            <ac:spMk id="3" creationId="{506EDF2D-1778-F09D-D154-1D64CA2DE32D}"/>
          </ac:spMkLst>
        </pc:spChg>
      </pc:sldChg>
      <pc:sldChg chg="modSp add mod modNotesTx">
        <pc:chgData name="Feldman, Stephen" userId="a3e9663f-ff0d-4535-bfbd-577a4897c200" providerId="ADAL" clId="{63E22959-90AB-4DF7-8718-94FE5D201789}" dt="2025-11-03T00:09:29.849" v="14568" actId="20577"/>
        <pc:sldMkLst>
          <pc:docMk/>
          <pc:sldMk cId="2710033343" sldId="324"/>
        </pc:sldMkLst>
        <pc:spChg chg="mod">
          <ac:chgData name="Feldman, Stephen" userId="a3e9663f-ff0d-4535-bfbd-577a4897c200" providerId="ADAL" clId="{63E22959-90AB-4DF7-8718-94FE5D201789}" dt="2025-11-02T20:33:16.625" v="9995" actId="20577"/>
          <ac:spMkLst>
            <pc:docMk/>
            <pc:sldMk cId="2710033343" sldId="324"/>
            <ac:spMk id="2" creationId="{0C39CF97-45CE-2168-BAB8-75ABA3102C59}"/>
          </ac:spMkLst>
        </pc:spChg>
        <pc:spChg chg="mod">
          <ac:chgData name="Feldman, Stephen" userId="a3e9663f-ff0d-4535-bfbd-577a4897c200" providerId="ADAL" clId="{63E22959-90AB-4DF7-8718-94FE5D201789}" dt="2025-11-02T21:17:37.349" v="11676" actId="20577"/>
          <ac:spMkLst>
            <pc:docMk/>
            <pc:sldMk cId="2710033343" sldId="324"/>
            <ac:spMk id="3" creationId="{E4964216-2FA7-8124-E337-E32DBEA6DDD5}"/>
          </ac:spMkLst>
        </pc:spChg>
      </pc:sldChg>
      <pc:sldChg chg="modSp add mod">
        <pc:chgData name="Feldman, Stephen" userId="a3e9663f-ff0d-4535-bfbd-577a4897c200" providerId="ADAL" clId="{63E22959-90AB-4DF7-8718-94FE5D201789}" dt="2025-11-02T21:34:50.765" v="12868" actId="20577"/>
        <pc:sldMkLst>
          <pc:docMk/>
          <pc:sldMk cId="703920004" sldId="325"/>
        </pc:sldMkLst>
        <pc:spChg chg="mod">
          <ac:chgData name="Feldman, Stephen" userId="a3e9663f-ff0d-4535-bfbd-577a4897c200" providerId="ADAL" clId="{63E22959-90AB-4DF7-8718-94FE5D201789}" dt="2025-10-14T23:34:28.888" v="3534" actId="20577"/>
          <ac:spMkLst>
            <pc:docMk/>
            <pc:sldMk cId="703920004" sldId="325"/>
            <ac:spMk id="2" creationId="{2EF0AB51-1BB8-D57B-7CF8-85D64A9BB8F7}"/>
          </ac:spMkLst>
        </pc:spChg>
        <pc:spChg chg="mod">
          <ac:chgData name="Feldman, Stephen" userId="a3e9663f-ff0d-4535-bfbd-577a4897c200" providerId="ADAL" clId="{63E22959-90AB-4DF7-8718-94FE5D201789}" dt="2025-11-02T21:34:50.765" v="12868" actId="20577"/>
          <ac:spMkLst>
            <pc:docMk/>
            <pc:sldMk cId="703920004" sldId="325"/>
            <ac:spMk id="3" creationId="{46979E1D-3EED-25DF-5ED2-44DEE1F29309}"/>
          </ac:spMkLst>
        </pc:spChg>
      </pc:sldChg>
      <pc:sldChg chg="addSp delSp modSp new mod setBg">
        <pc:chgData name="Feldman, Stephen" userId="a3e9663f-ff0d-4535-bfbd-577a4897c200" providerId="ADAL" clId="{63E22959-90AB-4DF7-8718-94FE5D201789}" dt="2025-11-02T19:27:36.014" v="7562"/>
        <pc:sldMkLst>
          <pc:docMk/>
          <pc:sldMk cId="932965570" sldId="326"/>
        </pc:sldMkLst>
        <pc:spChg chg="mod">
          <ac:chgData name="Feldman, Stephen" userId="a3e9663f-ff0d-4535-bfbd-577a4897c200" providerId="ADAL" clId="{63E22959-90AB-4DF7-8718-94FE5D201789}" dt="2025-10-31T21:23:56.816" v="4164" actId="26606"/>
          <ac:spMkLst>
            <pc:docMk/>
            <pc:sldMk cId="932965570" sldId="326"/>
            <ac:spMk id="2" creationId="{4ABA0D99-AEAA-8B26-B65B-430339BB211B}"/>
          </ac:spMkLst>
        </pc:spChg>
        <pc:spChg chg="add mod">
          <ac:chgData name="Feldman, Stephen" userId="a3e9663f-ff0d-4535-bfbd-577a4897c200" providerId="ADAL" clId="{63E22959-90AB-4DF7-8718-94FE5D201789}" dt="2025-10-31T21:23:56.816" v="4164" actId="26606"/>
          <ac:spMkLst>
            <pc:docMk/>
            <pc:sldMk cId="932965570" sldId="326"/>
            <ac:spMk id="4" creationId="{673C15AA-F42B-D0B8-54D0-8FCC1A3F8126}"/>
          </ac:spMkLst>
        </pc:spChg>
        <pc:spChg chg="add">
          <ac:chgData name="Feldman, Stephen" userId="a3e9663f-ff0d-4535-bfbd-577a4897c200" providerId="ADAL" clId="{63E22959-90AB-4DF7-8718-94FE5D201789}" dt="2025-10-31T21:23:56.816" v="4164" actId="26606"/>
          <ac:spMkLst>
            <pc:docMk/>
            <pc:sldMk cId="932965570" sldId="326"/>
            <ac:spMk id="2057" creationId="{F41B2979-9B0F-4F3C-A912-A0A5339D706C}"/>
          </ac:spMkLst>
        </pc:spChg>
        <pc:spChg chg="add">
          <ac:chgData name="Feldman, Stephen" userId="a3e9663f-ff0d-4535-bfbd-577a4897c200" providerId="ADAL" clId="{63E22959-90AB-4DF7-8718-94FE5D201789}" dt="2025-10-31T21:23:56.816" v="4164" actId="26606"/>
          <ac:spMkLst>
            <pc:docMk/>
            <pc:sldMk cId="932965570" sldId="326"/>
            <ac:spMk id="2059" creationId="{0D88D065-482C-41CF-99A2-50EFB1B94E59}"/>
          </ac:spMkLst>
        </pc:spChg>
        <pc:spChg chg="add">
          <ac:chgData name="Feldman, Stephen" userId="a3e9663f-ff0d-4535-bfbd-577a4897c200" providerId="ADAL" clId="{63E22959-90AB-4DF7-8718-94FE5D201789}" dt="2025-10-31T21:23:56.816" v="4164" actId="26606"/>
          <ac:spMkLst>
            <pc:docMk/>
            <pc:sldMk cId="932965570" sldId="326"/>
            <ac:spMk id="2061" creationId="{E0B15B07-5DFC-49A7-83E7-33AE560DDD32}"/>
          </ac:spMkLst>
        </pc:spChg>
        <pc:spChg chg="add">
          <ac:chgData name="Feldman, Stephen" userId="a3e9663f-ff0d-4535-bfbd-577a4897c200" providerId="ADAL" clId="{63E22959-90AB-4DF7-8718-94FE5D201789}" dt="2025-10-31T21:23:56.816" v="4164" actId="26606"/>
          <ac:spMkLst>
            <pc:docMk/>
            <pc:sldMk cId="932965570" sldId="326"/>
            <ac:spMk id="2063" creationId="{23E1A6E1-A101-407D-9872-0506425C7DDD}"/>
          </ac:spMkLst>
        </pc:spChg>
        <pc:spChg chg="add">
          <ac:chgData name="Feldman, Stephen" userId="a3e9663f-ff0d-4535-bfbd-577a4897c200" providerId="ADAL" clId="{63E22959-90AB-4DF7-8718-94FE5D201789}" dt="2025-10-31T21:23:56.816" v="4164" actId="26606"/>
          <ac:spMkLst>
            <pc:docMk/>
            <pc:sldMk cId="932965570" sldId="326"/>
            <ac:spMk id="2065" creationId="{E49E4F89-BD43-4E3D-88E8-6C7E8AA9F70D}"/>
          </ac:spMkLst>
        </pc:spChg>
        <pc:spChg chg="add">
          <ac:chgData name="Feldman, Stephen" userId="a3e9663f-ff0d-4535-bfbd-577a4897c200" providerId="ADAL" clId="{63E22959-90AB-4DF7-8718-94FE5D201789}" dt="2025-10-31T21:23:56.816" v="4164" actId="26606"/>
          <ac:spMkLst>
            <pc:docMk/>
            <pc:sldMk cId="932965570" sldId="326"/>
            <ac:spMk id="2067" creationId="{71153701-84AC-48F8-BF95-FD091301A00B}"/>
          </ac:spMkLst>
        </pc:spChg>
        <pc:spChg chg="add">
          <ac:chgData name="Feldman, Stephen" userId="a3e9663f-ff0d-4535-bfbd-577a4897c200" providerId="ADAL" clId="{63E22959-90AB-4DF7-8718-94FE5D201789}" dt="2025-10-31T21:23:56.816" v="4164" actId="26606"/>
          <ac:spMkLst>
            <pc:docMk/>
            <pc:sldMk cId="932965570" sldId="326"/>
            <ac:spMk id="2069" creationId="{025FF1E9-6522-482B-A20C-EA7AF7CAA134}"/>
          </ac:spMkLst>
        </pc:spChg>
        <pc:spChg chg="add">
          <ac:chgData name="Feldman, Stephen" userId="a3e9663f-ff0d-4535-bfbd-577a4897c200" providerId="ADAL" clId="{63E22959-90AB-4DF7-8718-94FE5D201789}" dt="2025-10-31T21:23:56.816" v="4164" actId="26606"/>
          <ac:spMkLst>
            <pc:docMk/>
            <pc:sldMk cId="932965570" sldId="326"/>
            <ac:spMk id="2071" creationId="{760CEDF7-1225-4242-8C30-EA518372A716}"/>
          </ac:spMkLst>
        </pc:spChg>
        <pc:picChg chg="add mod">
          <ac:chgData name="Feldman, Stephen" userId="a3e9663f-ff0d-4535-bfbd-577a4897c200" providerId="ADAL" clId="{63E22959-90AB-4DF7-8718-94FE5D201789}" dt="2025-11-02T19:27:36.014" v="7562"/>
          <ac:picMkLst>
            <pc:docMk/>
            <pc:sldMk cId="932965570" sldId="326"/>
            <ac:picMk id="2050" creationId="{29458656-BFD4-634C-85E1-9601DA5B87FB}"/>
          </ac:picMkLst>
        </pc:picChg>
      </pc:sldChg>
      <pc:sldChg chg="addSp delSp modSp new mod modNotesTx">
        <pc:chgData name="Feldman, Stephen" userId="a3e9663f-ff0d-4535-bfbd-577a4897c200" providerId="ADAL" clId="{63E22959-90AB-4DF7-8718-94FE5D201789}" dt="2025-11-02T19:02:38.121" v="6028" actId="20577"/>
        <pc:sldMkLst>
          <pc:docMk/>
          <pc:sldMk cId="3192609107" sldId="327"/>
        </pc:sldMkLst>
        <pc:spChg chg="mod">
          <ac:chgData name="Feldman, Stephen" userId="a3e9663f-ff0d-4535-bfbd-577a4897c200" providerId="ADAL" clId="{63E22959-90AB-4DF7-8718-94FE5D201789}" dt="2025-11-02T19:02:38.121" v="6028" actId="20577"/>
          <ac:spMkLst>
            <pc:docMk/>
            <pc:sldMk cId="3192609107" sldId="327"/>
            <ac:spMk id="2" creationId="{B07E4D11-3A58-3CB4-BFA5-D4C6402AFFB3}"/>
          </ac:spMkLst>
        </pc:spChg>
        <pc:spChg chg="mod">
          <ac:chgData name="Feldman, Stephen" userId="a3e9663f-ff0d-4535-bfbd-577a4897c200" providerId="ADAL" clId="{63E22959-90AB-4DF7-8718-94FE5D201789}" dt="2025-11-02T18:54:01.365" v="5724" actId="27636"/>
          <ac:spMkLst>
            <pc:docMk/>
            <pc:sldMk cId="3192609107" sldId="327"/>
            <ac:spMk id="4" creationId="{610EE045-7A41-8F24-F3E1-F1CA15E58793}"/>
          </ac:spMkLst>
        </pc:spChg>
        <pc:picChg chg="add mod ord">
          <ac:chgData name="Feldman, Stephen" userId="a3e9663f-ff0d-4535-bfbd-577a4897c200" providerId="ADAL" clId="{63E22959-90AB-4DF7-8718-94FE5D201789}" dt="2025-11-02T18:44:07.153" v="5360" actId="1076"/>
          <ac:picMkLst>
            <pc:docMk/>
            <pc:sldMk cId="3192609107" sldId="327"/>
            <ac:picMk id="6" creationId="{0DEF0C40-0405-9E3B-331A-6CA24EC95BA0}"/>
          </ac:picMkLst>
        </pc:picChg>
      </pc:sldChg>
      <pc:sldChg chg="addSp modSp new mod modNotesTx">
        <pc:chgData name="Feldman, Stephen" userId="a3e9663f-ff0d-4535-bfbd-577a4897c200" providerId="ADAL" clId="{63E22959-90AB-4DF7-8718-94FE5D201789}" dt="2025-11-02T19:35:04.720" v="7747" actId="20577"/>
        <pc:sldMkLst>
          <pc:docMk/>
          <pc:sldMk cId="255369354" sldId="328"/>
        </pc:sldMkLst>
        <pc:spChg chg="mod">
          <ac:chgData name="Feldman, Stephen" userId="a3e9663f-ff0d-4535-bfbd-577a4897c200" providerId="ADAL" clId="{63E22959-90AB-4DF7-8718-94FE5D201789}" dt="2025-11-02T19:34:53.459" v="7746" actId="14100"/>
          <ac:spMkLst>
            <pc:docMk/>
            <pc:sldMk cId="255369354" sldId="328"/>
            <ac:spMk id="2" creationId="{796DD55B-0FE5-399A-A7AC-9F0B9EB6BC04}"/>
          </ac:spMkLst>
        </pc:spChg>
        <pc:spChg chg="mod">
          <ac:chgData name="Feldman, Stephen" userId="a3e9663f-ff0d-4535-bfbd-577a4897c200" providerId="ADAL" clId="{63E22959-90AB-4DF7-8718-94FE5D201789}" dt="2025-11-02T18:50:21.637" v="5497" actId="20577"/>
          <ac:spMkLst>
            <pc:docMk/>
            <pc:sldMk cId="255369354" sldId="328"/>
            <ac:spMk id="3" creationId="{0FB15AB1-2DD7-8DE2-5169-6FEE2C623F44}"/>
          </ac:spMkLst>
        </pc:spChg>
        <pc:spChg chg="mod">
          <ac:chgData name="Feldman, Stephen" userId="a3e9663f-ff0d-4535-bfbd-577a4897c200" providerId="ADAL" clId="{63E22959-90AB-4DF7-8718-94FE5D201789}" dt="2025-11-02T19:02:11.310" v="6012" actId="27636"/>
          <ac:spMkLst>
            <pc:docMk/>
            <pc:sldMk cId="255369354" sldId="328"/>
            <ac:spMk id="4" creationId="{18910207-658A-E5CD-A6B7-38AC79DDD2A0}"/>
          </ac:spMkLst>
        </pc:spChg>
        <pc:spChg chg="add mod">
          <ac:chgData name="Feldman, Stephen" userId="a3e9663f-ff0d-4535-bfbd-577a4897c200" providerId="ADAL" clId="{63E22959-90AB-4DF7-8718-94FE5D201789}" dt="2025-11-02T19:01:51.591" v="6008" actId="27636"/>
          <ac:spMkLst>
            <pc:docMk/>
            <pc:sldMk cId="255369354" sldId="328"/>
            <ac:spMk id="9" creationId="{EB797DFB-3523-B990-2D04-A6F911FEDD36}"/>
          </ac:spMkLst>
        </pc:spChg>
        <pc:spChg chg="add mod">
          <ac:chgData name="Feldman, Stephen" userId="a3e9663f-ff0d-4535-bfbd-577a4897c200" providerId="ADAL" clId="{63E22959-90AB-4DF7-8718-94FE5D201789}" dt="2025-11-02T19:02:21.112" v="6014" actId="1076"/>
          <ac:spMkLst>
            <pc:docMk/>
            <pc:sldMk cId="255369354" sldId="328"/>
            <ac:spMk id="10" creationId="{4B2F3B6A-724E-345A-DBD8-773253F4CFD3}"/>
          </ac:spMkLst>
        </pc:spChg>
        <pc:picChg chg="add mod">
          <ac:chgData name="Feldman, Stephen" userId="a3e9663f-ff0d-4535-bfbd-577a4897c200" providerId="ADAL" clId="{63E22959-90AB-4DF7-8718-94FE5D201789}" dt="2025-11-02T19:01:24.888" v="6005" actId="14100"/>
          <ac:picMkLst>
            <pc:docMk/>
            <pc:sldMk cId="255369354" sldId="328"/>
            <ac:picMk id="6" creationId="{9243B223-3368-6DBA-2853-17A01BA339DC}"/>
          </ac:picMkLst>
        </pc:picChg>
        <pc:picChg chg="add mod">
          <ac:chgData name="Feldman, Stephen" userId="a3e9663f-ff0d-4535-bfbd-577a4897c200" providerId="ADAL" clId="{63E22959-90AB-4DF7-8718-94FE5D201789}" dt="2025-11-02T19:02:18.229" v="6013" actId="1076"/>
          <ac:picMkLst>
            <pc:docMk/>
            <pc:sldMk cId="255369354" sldId="328"/>
            <ac:picMk id="8" creationId="{F2B6C63E-572C-D07F-30AF-7B7DB9565882}"/>
          </ac:picMkLst>
        </pc:picChg>
      </pc:sldChg>
      <pc:sldChg chg="addSp modSp new mod modNotesTx">
        <pc:chgData name="Feldman, Stephen" userId="a3e9663f-ff0d-4535-bfbd-577a4897c200" providerId="ADAL" clId="{63E22959-90AB-4DF7-8718-94FE5D201789}" dt="2025-11-02T23:50:53.496" v="14321" actId="20577"/>
        <pc:sldMkLst>
          <pc:docMk/>
          <pc:sldMk cId="1736997458" sldId="329"/>
        </pc:sldMkLst>
        <pc:spChg chg="mod">
          <ac:chgData name="Feldman, Stephen" userId="a3e9663f-ff0d-4535-bfbd-577a4897c200" providerId="ADAL" clId="{63E22959-90AB-4DF7-8718-94FE5D201789}" dt="2025-11-02T19:41:52.244" v="7843" actId="20577"/>
          <ac:spMkLst>
            <pc:docMk/>
            <pc:sldMk cId="1736997458" sldId="329"/>
            <ac:spMk id="2" creationId="{7553DE83-65A1-72A7-A1DC-60DFC77DDB52}"/>
          </ac:spMkLst>
        </pc:spChg>
        <pc:spChg chg="mod">
          <ac:chgData name="Feldman, Stephen" userId="a3e9663f-ff0d-4535-bfbd-577a4897c200" providerId="ADAL" clId="{63E22959-90AB-4DF7-8718-94FE5D201789}" dt="2025-11-02T19:46:20.157" v="8340" actId="27636"/>
          <ac:spMkLst>
            <pc:docMk/>
            <pc:sldMk cId="1736997458" sldId="329"/>
            <ac:spMk id="3" creationId="{7F435AF3-9E17-22EA-DFCA-D079C6D196DD}"/>
          </ac:spMkLst>
        </pc:spChg>
        <pc:spChg chg="mod">
          <ac:chgData name="Feldman, Stephen" userId="a3e9663f-ff0d-4535-bfbd-577a4897c200" providerId="ADAL" clId="{63E22959-90AB-4DF7-8718-94FE5D201789}" dt="2025-11-02T19:46:09.320" v="8338" actId="27636"/>
          <ac:spMkLst>
            <pc:docMk/>
            <pc:sldMk cId="1736997458" sldId="329"/>
            <ac:spMk id="4" creationId="{6AAB8379-6203-77CD-879A-28FCF778BF55}"/>
          </ac:spMkLst>
        </pc:spChg>
        <pc:spChg chg="mod">
          <ac:chgData name="Feldman, Stephen" userId="a3e9663f-ff0d-4535-bfbd-577a4897c200" providerId="ADAL" clId="{63E22959-90AB-4DF7-8718-94FE5D201789}" dt="2025-11-02T23:50:53.496" v="14321" actId="20577"/>
          <ac:spMkLst>
            <pc:docMk/>
            <pc:sldMk cId="1736997458" sldId="329"/>
            <ac:spMk id="5" creationId="{1446103E-948B-2C24-9BA7-D97E351AB490}"/>
          </ac:spMkLst>
        </pc:spChg>
        <pc:spChg chg="mod">
          <ac:chgData name="Feldman, Stephen" userId="a3e9663f-ff0d-4535-bfbd-577a4897c200" providerId="ADAL" clId="{63E22959-90AB-4DF7-8718-94FE5D201789}" dt="2025-11-02T19:41:17.561" v="7801" actId="20577"/>
          <ac:spMkLst>
            <pc:docMk/>
            <pc:sldMk cId="1736997458" sldId="329"/>
            <ac:spMk id="6" creationId="{D3865CC6-A164-E8DB-29DB-5A19CD339F06}"/>
          </ac:spMkLst>
        </pc:spChg>
        <pc:picChg chg="add mod">
          <ac:chgData name="Feldman, Stephen" userId="a3e9663f-ff0d-4535-bfbd-577a4897c200" providerId="ADAL" clId="{63E22959-90AB-4DF7-8718-94FE5D201789}" dt="2025-11-02T19:42:22.458" v="7848" actId="1076"/>
          <ac:picMkLst>
            <pc:docMk/>
            <pc:sldMk cId="1736997458" sldId="329"/>
            <ac:picMk id="8" creationId="{AAD901B9-FC36-BEBC-F99E-F0F61B1084A9}"/>
          </ac:picMkLst>
        </pc:picChg>
        <pc:picChg chg="add mod">
          <ac:chgData name="Feldman, Stephen" userId="a3e9663f-ff0d-4535-bfbd-577a4897c200" providerId="ADAL" clId="{63E22959-90AB-4DF7-8718-94FE5D201789}" dt="2025-11-02T19:44:09.463" v="8120" actId="1076"/>
          <ac:picMkLst>
            <pc:docMk/>
            <pc:sldMk cId="1736997458" sldId="329"/>
            <ac:picMk id="10" creationId="{843DEB35-B33F-BB65-CD2D-F760A4F073B3}"/>
          </ac:picMkLst>
        </pc:picChg>
        <pc:picChg chg="add mod">
          <ac:chgData name="Feldman, Stephen" userId="a3e9663f-ff0d-4535-bfbd-577a4897c200" providerId="ADAL" clId="{63E22959-90AB-4DF7-8718-94FE5D201789}" dt="2025-11-02T19:44:23.805" v="8122" actId="1076"/>
          <ac:picMkLst>
            <pc:docMk/>
            <pc:sldMk cId="1736997458" sldId="329"/>
            <ac:picMk id="12" creationId="{31A42B34-1543-42F7-7F71-924C8BD5CD0D}"/>
          </ac:picMkLst>
        </pc:picChg>
      </pc:sldChg>
      <pc:sldChg chg="addSp delSp modSp new mod modNotesTx">
        <pc:chgData name="Feldman, Stephen" userId="a3e9663f-ff0d-4535-bfbd-577a4897c200" providerId="ADAL" clId="{63E22959-90AB-4DF7-8718-94FE5D201789}" dt="2025-11-02T23:51:31.074" v="14326" actId="20577"/>
        <pc:sldMkLst>
          <pc:docMk/>
          <pc:sldMk cId="3951101633" sldId="330"/>
        </pc:sldMkLst>
        <pc:spChg chg="mod">
          <ac:chgData name="Feldman, Stephen" userId="a3e9663f-ff0d-4535-bfbd-577a4897c200" providerId="ADAL" clId="{63E22959-90AB-4DF7-8718-94FE5D201789}" dt="2025-11-02T23:51:18.631" v="14325" actId="20577"/>
          <ac:spMkLst>
            <pc:docMk/>
            <pc:sldMk cId="3951101633" sldId="330"/>
            <ac:spMk id="2" creationId="{4520107E-7C20-B592-F759-79EBB58900A7}"/>
          </ac:spMkLst>
        </pc:spChg>
        <pc:spChg chg="add del mod">
          <ac:chgData name="Feldman, Stephen" userId="a3e9663f-ff0d-4535-bfbd-577a4897c200" providerId="ADAL" clId="{63E22959-90AB-4DF7-8718-94FE5D201789}" dt="2025-11-02T20:30:09.201" v="9962" actId="207"/>
          <ac:spMkLst>
            <pc:docMk/>
            <pc:sldMk cId="3951101633" sldId="330"/>
            <ac:spMk id="3" creationId="{71D06F45-F8FD-A173-B4B4-4A8C11C26543}"/>
          </ac:spMkLst>
        </pc:spChg>
        <pc:spChg chg="add mod">
          <ac:chgData name="Feldman, Stephen" userId="a3e9663f-ff0d-4535-bfbd-577a4897c200" providerId="ADAL" clId="{63E22959-90AB-4DF7-8718-94FE5D201789}" dt="2025-11-02T20:24:47.110" v="9947" actId="14100"/>
          <ac:spMkLst>
            <pc:docMk/>
            <pc:sldMk cId="3951101633" sldId="330"/>
            <ac:spMk id="6" creationId="{D81D136D-12A1-9033-C130-6CC68FC268EB}"/>
          </ac:spMkLst>
        </pc:spChg>
        <pc:spChg chg="add del">
          <ac:chgData name="Feldman, Stephen" userId="a3e9663f-ff0d-4535-bfbd-577a4897c200" providerId="ADAL" clId="{63E22959-90AB-4DF7-8718-94FE5D201789}" dt="2025-11-02T19:57:00.921" v="8752" actId="22"/>
          <ac:spMkLst>
            <pc:docMk/>
            <pc:sldMk cId="3951101633" sldId="330"/>
            <ac:spMk id="9" creationId="{DF38AF0A-A486-6588-0870-37E39D843384}"/>
          </ac:spMkLst>
        </pc:spChg>
        <pc:spChg chg="add mod">
          <ac:chgData name="Feldman, Stephen" userId="a3e9663f-ff0d-4535-bfbd-577a4897c200" providerId="ADAL" clId="{63E22959-90AB-4DF7-8718-94FE5D201789}" dt="2025-11-02T20:30:00.118" v="9961" actId="207"/>
          <ac:spMkLst>
            <pc:docMk/>
            <pc:sldMk cId="3951101633" sldId="330"/>
            <ac:spMk id="10" creationId="{455D11FD-DEF5-65E0-72D9-0380EEE356E6}"/>
          </ac:spMkLst>
        </pc:spChg>
        <pc:spChg chg="add mod">
          <ac:chgData name="Feldman, Stephen" userId="a3e9663f-ff0d-4535-bfbd-577a4897c200" providerId="ADAL" clId="{63E22959-90AB-4DF7-8718-94FE5D201789}" dt="2025-11-02T20:29:52.351" v="9960" actId="207"/>
          <ac:spMkLst>
            <pc:docMk/>
            <pc:sldMk cId="3951101633" sldId="330"/>
            <ac:spMk id="11" creationId="{3BDA194C-50E2-7EA9-F386-14420D2729F3}"/>
          </ac:spMkLst>
        </pc:spChg>
        <pc:graphicFrameChg chg="add del">
          <ac:chgData name="Feldman, Stephen" userId="a3e9663f-ff0d-4535-bfbd-577a4897c200" providerId="ADAL" clId="{63E22959-90AB-4DF7-8718-94FE5D201789}" dt="2025-11-02T19:56:56.684" v="8750" actId="478"/>
          <ac:graphicFrameMkLst>
            <pc:docMk/>
            <pc:sldMk cId="3951101633" sldId="330"/>
            <ac:graphicFrameMk id="7" creationId="{04496ABE-EC63-EEEF-5C42-13EE29182657}"/>
          </ac:graphicFrameMkLst>
        </pc:graphicFrameChg>
        <pc:picChg chg="add del mod">
          <ac:chgData name="Feldman, Stephen" userId="a3e9663f-ff0d-4535-bfbd-577a4897c200" providerId="ADAL" clId="{63E22959-90AB-4DF7-8718-94FE5D201789}" dt="2025-11-02T19:51:15.274" v="8518" actId="22"/>
          <ac:picMkLst>
            <pc:docMk/>
            <pc:sldMk cId="3951101633" sldId="330"/>
            <ac:picMk id="5" creationId="{E9359A22-9AF5-7D64-5A72-30F693239D36}"/>
          </ac:picMkLst>
        </pc:picChg>
        <pc:cxnChg chg="add mod">
          <ac:chgData name="Feldman, Stephen" userId="a3e9663f-ff0d-4535-bfbd-577a4897c200" providerId="ADAL" clId="{63E22959-90AB-4DF7-8718-94FE5D201789}" dt="2025-11-02T20:24:47.110" v="9947" actId="14100"/>
          <ac:cxnSpMkLst>
            <pc:docMk/>
            <pc:sldMk cId="3951101633" sldId="330"/>
            <ac:cxnSpMk id="13" creationId="{7BC65BBC-727A-7CDC-B669-0D1959343682}"/>
          </ac:cxnSpMkLst>
        </pc:cxnChg>
        <pc:cxnChg chg="add mod">
          <ac:chgData name="Feldman, Stephen" userId="a3e9663f-ff0d-4535-bfbd-577a4897c200" providerId="ADAL" clId="{63E22959-90AB-4DF7-8718-94FE5D201789}" dt="2025-11-02T20:24:47.110" v="9947" actId="14100"/>
          <ac:cxnSpMkLst>
            <pc:docMk/>
            <pc:sldMk cId="3951101633" sldId="330"/>
            <ac:cxnSpMk id="14" creationId="{902E2969-91D5-B047-D463-F43D4659ED61}"/>
          </ac:cxnSpMkLst>
        </pc:cxnChg>
        <pc:cxnChg chg="add del mod">
          <ac:chgData name="Feldman, Stephen" userId="a3e9663f-ff0d-4535-bfbd-577a4897c200" providerId="ADAL" clId="{63E22959-90AB-4DF7-8718-94FE5D201789}" dt="2025-11-02T20:25:20.473" v="9955" actId="478"/>
          <ac:cxnSpMkLst>
            <pc:docMk/>
            <pc:sldMk cId="3951101633" sldId="330"/>
            <ac:cxnSpMk id="19" creationId="{75DB457D-33DA-949C-DFAB-F21B581FC7F9}"/>
          </ac:cxnSpMkLst>
        </pc:cxnChg>
        <pc:cxnChg chg="add del mod">
          <ac:chgData name="Feldman, Stephen" userId="a3e9663f-ff0d-4535-bfbd-577a4897c200" providerId="ADAL" clId="{63E22959-90AB-4DF7-8718-94FE5D201789}" dt="2025-11-02T20:25:20.473" v="9955" actId="478"/>
          <ac:cxnSpMkLst>
            <pc:docMk/>
            <pc:sldMk cId="3951101633" sldId="330"/>
            <ac:cxnSpMk id="20" creationId="{0A7B6495-3594-071C-AA70-D507429F1EF4}"/>
          </ac:cxnSpMkLst>
        </pc:cxnChg>
        <pc:cxnChg chg="add del mod">
          <ac:chgData name="Feldman, Stephen" userId="a3e9663f-ff0d-4535-bfbd-577a4897c200" providerId="ADAL" clId="{63E22959-90AB-4DF7-8718-94FE5D201789}" dt="2025-11-02T20:25:23.411" v="9957" actId="478"/>
          <ac:cxnSpMkLst>
            <pc:docMk/>
            <pc:sldMk cId="3951101633" sldId="330"/>
            <ac:cxnSpMk id="25" creationId="{2C846F42-3DB0-ACB0-6B36-1EFF82E068FF}"/>
          </ac:cxnSpMkLst>
        </pc:cxnChg>
        <pc:cxnChg chg="add del mod">
          <ac:chgData name="Feldman, Stephen" userId="a3e9663f-ff0d-4535-bfbd-577a4897c200" providerId="ADAL" clId="{63E22959-90AB-4DF7-8718-94FE5D201789}" dt="2025-11-02T20:25:23.411" v="9957" actId="478"/>
          <ac:cxnSpMkLst>
            <pc:docMk/>
            <pc:sldMk cId="3951101633" sldId="330"/>
            <ac:cxnSpMk id="26" creationId="{8D7E1CC2-82D2-4182-7C0E-94601E3C393B}"/>
          </ac:cxnSpMkLst>
        </pc:cxnChg>
        <pc:cxnChg chg="add">
          <ac:chgData name="Feldman, Stephen" userId="a3e9663f-ff0d-4535-bfbd-577a4897c200" providerId="ADAL" clId="{63E22959-90AB-4DF7-8718-94FE5D201789}" dt="2025-11-02T20:25:36.327" v="9958" actId="11529"/>
          <ac:cxnSpMkLst>
            <pc:docMk/>
            <pc:sldMk cId="3951101633" sldId="330"/>
            <ac:cxnSpMk id="28" creationId="{6941711C-8F0D-5D83-42F9-638F29C5543C}"/>
          </ac:cxnSpMkLst>
        </pc:cxnChg>
        <pc:cxnChg chg="add">
          <ac:chgData name="Feldman, Stephen" userId="a3e9663f-ff0d-4535-bfbd-577a4897c200" providerId="ADAL" clId="{63E22959-90AB-4DF7-8718-94FE5D201789}" dt="2025-11-02T20:25:46.202" v="9959" actId="11529"/>
          <ac:cxnSpMkLst>
            <pc:docMk/>
            <pc:sldMk cId="3951101633" sldId="330"/>
            <ac:cxnSpMk id="30" creationId="{4BB63D57-C5C8-4A14-C854-6B2139E8A9A6}"/>
          </ac:cxnSpMkLst>
        </pc:cxnChg>
      </pc:sldChg>
      <pc:sldChg chg="addSp delSp modSp new mod">
        <pc:chgData name="Feldman, Stephen" userId="a3e9663f-ff0d-4535-bfbd-577a4897c200" providerId="ADAL" clId="{63E22959-90AB-4DF7-8718-94FE5D201789}" dt="2025-11-02T20:09:00.488" v="9310" actId="1076"/>
        <pc:sldMkLst>
          <pc:docMk/>
          <pc:sldMk cId="2512107159" sldId="331"/>
        </pc:sldMkLst>
        <pc:spChg chg="mod">
          <ac:chgData name="Feldman, Stephen" userId="a3e9663f-ff0d-4535-bfbd-577a4897c200" providerId="ADAL" clId="{63E22959-90AB-4DF7-8718-94FE5D201789}" dt="2025-11-02T20:07:42.732" v="9264" actId="313"/>
          <ac:spMkLst>
            <pc:docMk/>
            <pc:sldMk cId="2512107159" sldId="331"/>
            <ac:spMk id="2" creationId="{B7CF1987-A0CB-63F2-1714-BEEB434C8CF1}"/>
          </ac:spMkLst>
        </pc:spChg>
        <pc:spChg chg="del">
          <ac:chgData name="Feldman, Stephen" userId="a3e9663f-ff0d-4535-bfbd-577a4897c200" providerId="ADAL" clId="{63E22959-90AB-4DF7-8718-94FE5D201789}" dt="2025-11-02T20:08:26.437" v="9306" actId="478"/>
          <ac:spMkLst>
            <pc:docMk/>
            <pc:sldMk cId="2512107159" sldId="331"/>
            <ac:spMk id="3" creationId="{5DE6D559-F6A3-501D-A9B2-9418EFDE70DF}"/>
          </ac:spMkLst>
        </pc:spChg>
        <pc:spChg chg="mod">
          <ac:chgData name="Feldman, Stephen" userId="a3e9663f-ff0d-4535-bfbd-577a4897c200" providerId="ADAL" clId="{63E22959-90AB-4DF7-8718-94FE5D201789}" dt="2025-11-02T20:07:53.752" v="9300" actId="20577"/>
          <ac:spMkLst>
            <pc:docMk/>
            <pc:sldMk cId="2512107159" sldId="331"/>
            <ac:spMk id="4" creationId="{1CAB1288-3757-6CBB-36F9-A39299B80F13}"/>
          </ac:spMkLst>
        </pc:spChg>
        <pc:spChg chg="del">
          <ac:chgData name="Feldman, Stephen" userId="a3e9663f-ff0d-4535-bfbd-577a4897c200" providerId="ADAL" clId="{63E22959-90AB-4DF7-8718-94FE5D201789}" dt="2025-11-02T20:07:58.360" v="9301" actId="478"/>
          <ac:spMkLst>
            <pc:docMk/>
            <pc:sldMk cId="2512107159" sldId="331"/>
            <ac:spMk id="5" creationId="{5D462473-9F4C-64A4-BF3D-8551B1206040}"/>
          </ac:spMkLst>
        </pc:spChg>
        <pc:spChg chg="mod">
          <ac:chgData name="Feldman, Stephen" userId="a3e9663f-ff0d-4535-bfbd-577a4897c200" providerId="ADAL" clId="{63E22959-90AB-4DF7-8718-94FE5D201789}" dt="2025-11-02T20:07:26.612" v="9204" actId="20577"/>
          <ac:spMkLst>
            <pc:docMk/>
            <pc:sldMk cId="2512107159" sldId="331"/>
            <ac:spMk id="6" creationId="{210282F9-F34D-56EE-8B79-D8B228D37212}"/>
          </ac:spMkLst>
        </pc:spChg>
        <pc:picChg chg="add mod">
          <ac:chgData name="Feldman, Stephen" userId="a3e9663f-ff0d-4535-bfbd-577a4897c200" providerId="ADAL" clId="{63E22959-90AB-4DF7-8718-94FE5D201789}" dt="2025-11-02T20:08:09.599" v="9303" actId="1076"/>
          <ac:picMkLst>
            <pc:docMk/>
            <pc:sldMk cId="2512107159" sldId="331"/>
            <ac:picMk id="8" creationId="{8D287669-64D1-66D7-2D09-53CC2734561C}"/>
          </ac:picMkLst>
        </pc:picChg>
        <pc:picChg chg="add mod">
          <ac:chgData name="Feldman, Stephen" userId="a3e9663f-ff0d-4535-bfbd-577a4897c200" providerId="ADAL" clId="{63E22959-90AB-4DF7-8718-94FE5D201789}" dt="2025-11-02T20:08:22.207" v="9305" actId="1076"/>
          <ac:picMkLst>
            <pc:docMk/>
            <pc:sldMk cId="2512107159" sldId="331"/>
            <ac:picMk id="10" creationId="{669A1B87-1489-AEA7-9010-CD40AC014F10}"/>
          </ac:picMkLst>
        </pc:picChg>
        <pc:picChg chg="add mod">
          <ac:chgData name="Feldman, Stephen" userId="a3e9663f-ff0d-4535-bfbd-577a4897c200" providerId="ADAL" clId="{63E22959-90AB-4DF7-8718-94FE5D201789}" dt="2025-11-02T20:08:45.743" v="9308" actId="1076"/>
          <ac:picMkLst>
            <pc:docMk/>
            <pc:sldMk cId="2512107159" sldId="331"/>
            <ac:picMk id="12" creationId="{5C00E89A-D18D-EC8E-09C8-6BAF5D16D995}"/>
          </ac:picMkLst>
        </pc:picChg>
        <pc:picChg chg="add mod">
          <ac:chgData name="Feldman, Stephen" userId="a3e9663f-ff0d-4535-bfbd-577a4897c200" providerId="ADAL" clId="{63E22959-90AB-4DF7-8718-94FE5D201789}" dt="2025-11-02T20:09:00.488" v="9310" actId="1076"/>
          <ac:picMkLst>
            <pc:docMk/>
            <pc:sldMk cId="2512107159" sldId="331"/>
            <ac:picMk id="14" creationId="{2B04E776-5A66-A830-FEE7-DB3DC70AF102}"/>
          </ac:picMkLst>
        </pc:picChg>
      </pc:sldChg>
      <pc:sldChg chg="addSp delSp modSp new mod setBg">
        <pc:chgData name="Feldman, Stephen" userId="a3e9663f-ff0d-4535-bfbd-577a4897c200" providerId="ADAL" clId="{63E22959-90AB-4DF7-8718-94FE5D201789}" dt="2025-11-02T20:20:00.561" v="9919" actId="27636"/>
        <pc:sldMkLst>
          <pc:docMk/>
          <pc:sldMk cId="1645989454" sldId="332"/>
        </pc:sldMkLst>
        <pc:spChg chg="mod">
          <ac:chgData name="Feldman, Stephen" userId="a3e9663f-ff0d-4535-bfbd-577a4897c200" providerId="ADAL" clId="{63E22959-90AB-4DF7-8718-94FE5D201789}" dt="2025-11-02T20:13:02.620" v="9547" actId="26606"/>
          <ac:spMkLst>
            <pc:docMk/>
            <pc:sldMk cId="1645989454" sldId="332"/>
            <ac:spMk id="2" creationId="{B287CD0A-FE5D-3B26-D4F5-4FEBD649C63D}"/>
          </ac:spMkLst>
        </pc:spChg>
        <pc:spChg chg="mod">
          <ac:chgData name="Feldman, Stephen" userId="a3e9663f-ff0d-4535-bfbd-577a4897c200" providerId="ADAL" clId="{63E22959-90AB-4DF7-8718-94FE5D201789}" dt="2025-11-02T20:20:00.561" v="9919" actId="27636"/>
          <ac:spMkLst>
            <pc:docMk/>
            <pc:sldMk cId="1645989454" sldId="332"/>
            <ac:spMk id="3" creationId="{97F43E42-577B-7438-00C5-3662461428EA}"/>
          </ac:spMkLst>
        </pc:spChg>
        <pc:spChg chg="del">
          <ac:chgData name="Feldman, Stephen" userId="a3e9663f-ff0d-4535-bfbd-577a4897c200" providerId="ADAL" clId="{63E22959-90AB-4DF7-8718-94FE5D201789}" dt="2025-11-02T20:11:55.914" v="9542" actId="478"/>
          <ac:spMkLst>
            <pc:docMk/>
            <pc:sldMk cId="1645989454" sldId="332"/>
            <ac:spMk id="4" creationId="{1BC54A74-98EB-03DC-7100-4AC5238B668A}"/>
          </ac:spMkLst>
        </pc:spChg>
        <pc:spChg chg="add">
          <ac:chgData name="Feldman, Stephen" userId="a3e9663f-ff0d-4535-bfbd-577a4897c200" providerId="ADAL" clId="{63E22959-90AB-4DF7-8718-94FE5D201789}" dt="2025-11-02T20:13:02.620" v="9547" actId="26606"/>
          <ac:spMkLst>
            <pc:docMk/>
            <pc:sldMk cId="1645989454" sldId="332"/>
            <ac:spMk id="13" creationId="{1ED69555-EE48-4B19-812B-4E1068DBF976}"/>
          </ac:spMkLst>
        </pc:spChg>
        <pc:spChg chg="add">
          <ac:chgData name="Feldman, Stephen" userId="a3e9663f-ff0d-4535-bfbd-577a4897c200" providerId="ADAL" clId="{63E22959-90AB-4DF7-8718-94FE5D201789}" dt="2025-11-02T20:13:02.620" v="9547" actId="26606"/>
          <ac:spMkLst>
            <pc:docMk/>
            <pc:sldMk cId="1645989454" sldId="332"/>
            <ac:spMk id="15" creationId="{57AEB73D-F521-4B19-820F-12DB6BCC8406}"/>
          </ac:spMkLst>
        </pc:spChg>
        <pc:spChg chg="add">
          <ac:chgData name="Feldman, Stephen" userId="a3e9663f-ff0d-4535-bfbd-577a4897c200" providerId="ADAL" clId="{63E22959-90AB-4DF7-8718-94FE5D201789}" dt="2025-11-02T20:13:02.620" v="9547" actId="26606"/>
          <ac:spMkLst>
            <pc:docMk/>
            <pc:sldMk cId="1645989454" sldId="332"/>
            <ac:spMk id="17" creationId="{6B72EEBA-3A5D-41CE-8465-A45A0F65674E}"/>
          </ac:spMkLst>
        </pc:spChg>
        <pc:spChg chg="add">
          <ac:chgData name="Feldman, Stephen" userId="a3e9663f-ff0d-4535-bfbd-577a4897c200" providerId="ADAL" clId="{63E22959-90AB-4DF7-8718-94FE5D201789}" dt="2025-11-02T20:13:02.620" v="9547" actId="26606"/>
          <ac:spMkLst>
            <pc:docMk/>
            <pc:sldMk cId="1645989454" sldId="332"/>
            <ac:spMk id="21" creationId="{4413CD7F-736E-4AF7-AB2B-473CAA9E1D09}"/>
          </ac:spMkLst>
        </pc:spChg>
        <pc:spChg chg="add">
          <ac:chgData name="Feldman, Stephen" userId="a3e9663f-ff0d-4535-bfbd-577a4897c200" providerId="ADAL" clId="{63E22959-90AB-4DF7-8718-94FE5D201789}" dt="2025-11-02T20:13:02.620" v="9547" actId="26606"/>
          <ac:spMkLst>
            <pc:docMk/>
            <pc:sldMk cId="1645989454" sldId="332"/>
            <ac:spMk id="23" creationId="{55EDA2F5-6B28-478B-9AC4-43FE41E2B3C6}"/>
          </ac:spMkLst>
        </pc:spChg>
        <pc:spChg chg="add">
          <ac:chgData name="Feldman, Stephen" userId="a3e9663f-ff0d-4535-bfbd-577a4897c200" providerId="ADAL" clId="{63E22959-90AB-4DF7-8718-94FE5D201789}" dt="2025-11-02T20:13:02.620" v="9547" actId="26606"/>
          <ac:spMkLst>
            <pc:docMk/>
            <pc:sldMk cId="1645989454" sldId="332"/>
            <ac:spMk id="25" creationId="{701D712E-ABB9-4258-877D-9349C8577A07}"/>
          </ac:spMkLst>
        </pc:spChg>
        <pc:spChg chg="add">
          <ac:chgData name="Feldman, Stephen" userId="a3e9663f-ff0d-4535-bfbd-577a4897c200" providerId="ADAL" clId="{63E22959-90AB-4DF7-8718-94FE5D201789}" dt="2025-11-02T20:13:02.620" v="9547" actId="26606"/>
          <ac:spMkLst>
            <pc:docMk/>
            <pc:sldMk cId="1645989454" sldId="332"/>
            <ac:spMk id="27" creationId="{E7528E56-1447-4C98-882B-CE26279501A1}"/>
          </ac:spMkLst>
        </pc:spChg>
        <pc:spChg chg="add">
          <ac:chgData name="Feldman, Stephen" userId="a3e9663f-ff0d-4535-bfbd-577a4897c200" providerId="ADAL" clId="{63E22959-90AB-4DF7-8718-94FE5D201789}" dt="2025-11-02T20:13:02.620" v="9547" actId="26606"/>
          <ac:spMkLst>
            <pc:docMk/>
            <pc:sldMk cId="1645989454" sldId="332"/>
            <ac:spMk id="29" creationId="{A8EAC26D-6BAA-40DB-8C61-90C7CC5EFECE}"/>
          </ac:spMkLst>
        </pc:spChg>
        <pc:picChg chg="add mod">
          <ac:chgData name="Feldman, Stephen" userId="a3e9663f-ff0d-4535-bfbd-577a4897c200" providerId="ADAL" clId="{63E22959-90AB-4DF7-8718-94FE5D201789}" dt="2025-11-02T20:13:10.885" v="9548" actId="27614"/>
          <ac:picMkLst>
            <pc:docMk/>
            <pc:sldMk cId="1645989454" sldId="332"/>
            <ac:picMk id="6" creationId="{307F6C24-09C5-DA20-BB4C-368D89AAAA7F}"/>
          </ac:picMkLst>
        </pc:picChg>
        <pc:picChg chg="add mod">
          <ac:chgData name="Feldman, Stephen" userId="a3e9663f-ff0d-4535-bfbd-577a4897c200" providerId="ADAL" clId="{63E22959-90AB-4DF7-8718-94FE5D201789}" dt="2025-11-02T20:13:10.981" v="9549" actId="27614"/>
          <ac:picMkLst>
            <pc:docMk/>
            <pc:sldMk cId="1645989454" sldId="332"/>
            <ac:picMk id="8" creationId="{B40916D0-00B6-83B7-253F-329D6DFA0FD2}"/>
          </ac:picMkLst>
        </pc:picChg>
      </pc:sldChg>
      <pc:sldChg chg="addSp modSp new mod setBg">
        <pc:chgData name="Feldman, Stephen" userId="a3e9663f-ff0d-4535-bfbd-577a4897c200" providerId="ADAL" clId="{63E22959-90AB-4DF7-8718-94FE5D201789}" dt="2025-11-03T00:15:19.544" v="14647" actId="20577"/>
        <pc:sldMkLst>
          <pc:docMk/>
          <pc:sldMk cId="2262528538" sldId="333"/>
        </pc:sldMkLst>
        <pc:spChg chg="add mod">
          <ac:chgData name="Feldman, Stephen" userId="a3e9663f-ff0d-4535-bfbd-577a4897c200" providerId="ADAL" clId="{63E22959-90AB-4DF7-8718-94FE5D201789}" dt="2025-11-02T20:20:40.825" v="9925" actId="1076"/>
          <ac:spMkLst>
            <pc:docMk/>
            <pc:sldMk cId="2262528538" sldId="333"/>
            <ac:spMk id="2" creationId="{71D83622-5207-E1DC-6FC1-3EBD42750B5A}"/>
          </ac:spMkLst>
        </pc:spChg>
        <pc:spChg chg="add mod">
          <ac:chgData name="Feldman, Stephen" userId="a3e9663f-ff0d-4535-bfbd-577a4897c200" providerId="ADAL" clId="{63E22959-90AB-4DF7-8718-94FE5D201789}" dt="2025-11-03T00:15:19.544" v="14647" actId="20577"/>
          <ac:spMkLst>
            <pc:docMk/>
            <pc:sldMk cId="2262528538" sldId="333"/>
            <ac:spMk id="3" creationId="{EFD94B54-3034-D53B-1535-2FFB8095537B}"/>
          </ac:spMkLst>
        </pc:spChg>
        <pc:spChg chg="add">
          <ac:chgData name="Feldman, Stephen" userId="a3e9663f-ff0d-4535-bfbd-577a4897c200" providerId="ADAL" clId="{63E22959-90AB-4DF7-8718-94FE5D201789}" dt="2025-11-02T20:17:54.884" v="9825" actId="26606"/>
          <ac:spMkLst>
            <pc:docMk/>
            <pc:sldMk cId="2262528538" sldId="333"/>
            <ac:spMk id="14" creationId="{1ED69555-EE48-4B19-812B-4E1068DBF976}"/>
          </ac:spMkLst>
        </pc:spChg>
        <pc:spChg chg="add">
          <ac:chgData name="Feldman, Stephen" userId="a3e9663f-ff0d-4535-bfbd-577a4897c200" providerId="ADAL" clId="{63E22959-90AB-4DF7-8718-94FE5D201789}" dt="2025-11-02T20:17:54.884" v="9825" actId="26606"/>
          <ac:spMkLst>
            <pc:docMk/>
            <pc:sldMk cId="2262528538" sldId="333"/>
            <ac:spMk id="16" creationId="{57AEB73D-F521-4B19-820F-12DB6BCC8406}"/>
          </ac:spMkLst>
        </pc:spChg>
        <pc:spChg chg="add">
          <ac:chgData name="Feldman, Stephen" userId="a3e9663f-ff0d-4535-bfbd-577a4897c200" providerId="ADAL" clId="{63E22959-90AB-4DF7-8718-94FE5D201789}" dt="2025-11-02T20:17:54.884" v="9825" actId="26606"/>
          <ac:spMkLst>
            <pc:docMk/>
            <pc:sldMk cId="2262528538" sldId="333"/>
            <ac:spMk id="18" creationId="{6B72EEBA-3A5D-41CE-8465-A45A0F65674E}"/>
          </ac:spMkLst>
        </pc:spChg>
        <pc:spChg chg="add">
          <ac:chgData name="Feldman, Stephen" userId="a3e9663f-ff0d-4535-bfbd-577a4897c200" providerId="ADAL" clId="{63E22959-90AB-4DF7-8718-94FE5D201789}" dt="2025-11-02T20:17:54.884" v="9825" actId="26606"/>
          <ac:spMkLst>
            <pc:docMk/>
            <pc:sldMk cId="2262528538" sldId="333"/>
            <ac:spMk id="20" creationId="{CA22F210-7186-4074-94C5-FAD2C2EB15B2}"/>
          </ac:spMkLst>
        </pc:spChg>
        <pc:spChg chg="add">
          <ac:chgData name="Feldman, Stephen" userId="a3e9663f-ff0d-4535-bfbd-577a4897c200" providerId="ADAL" clId="{63E22959-90AB-4DF7-8718-94FE5D201789}" dt="2025-11-02T20:17:54.884" v="9825" actId="26606"/>
          <ac:spMkLst>
            <pc:docMk/>
            <pc:sldMk cId="2262528538" sldId="333"/>
            <ac:spMk id="22" creationId="{F2EAB6D7-610A-49F1-925C-910CC492FBB7}"/>
          </ac:spMkLst>
        </pc:spChg>
        <pc:spChg chg="add">
          <ac:chgData name="Feldman, Stephen" userId="a3e9663f-ff0d-4535-bfbd-577a4897c200" providerId="ADAL" clId="{63E22959-90AB-4DF7-8718-94FE5D201789}" dt="2025-11-02T20:17:54.884" v="9825" actId="26606"/>
          <ac:spMkLst>
            <pc:docMk/>
            <pc:sldMk cId="2262528538" sldId="333"/>
            <ac:spMk id="26" creationId="{F5B41592-BC5E-4AE2-8CA7-91C73FD8F744}"/>
          </ac:spMkLst>
        </pc:spChg>
        <pc:spChg chg="add">
          <ac:chgData name="Feldman, Stephen" userId="a3e9663f-ff0d-4535-bfbd-577a4897c200" providerId="ADAL" clId="{63E22959-90AB-4DF7-8718-94FE5D201789}" dt="2025-11-02T20:17:54.884" v="9825" actId="26606"/>
          <ac:spMkLst>
            <pc:docMk/>
            <pc:sldMk cId="2262528538" sldId="333"/>
            <ac:spMk id="28" creationId="{CB574A3D-9991-4D4A-91DF-0D0DE47DB31E}"/>
          </ac:spMkLst>
        </pc:spChg>
        <pc:spChg chg="add">
          <ac:chgData name="Feldman, Stephen" userId="a3e9663f-ff0d-4535-bfbd-577a4897c200" providerId="ADAL" clId="{63E22959-90AB-4DF7-8718-94FE5D201789}" dt="2025-11-02T20:17:54.884" v="9825" actId="26606"/>
          <ac:spMkLst>
            <pc:docMk/>
            <pc:sldMk cId="2262528538" sldId="333"/>
            <ac:spMk id="30" creationId="{9B986E1E-DEE3-4E67-92C7-D1AE1EE794C2}"/>
          </ac:spMkLst>
        </pc:spChg>
        <pc:spChg chg="add">
          <ac:chgData name="Feldman, Stephen" userId="a3e9663f-ff0d-4535-bfbd-577a4897c200" providerId="ADAL" clId="{63E22959-90AB-4DF7-8718-94FE5D201789}" dt="2025-11-02T20:17:54.884" v="9825" actId="26606"/>
          <ac:spMkLst>
            <pc:docMk/>
            <pc:sldMk cId="2262528538" sldId="333"/>
            <ac:spMk id="32" creationId="{A0A2A356-639E-4340-ACBF-9DF27BFE0C09}"/>
          </ac:spMkLst>
        </pc:spChg>
        <pc:picChg chg="add mod modCrop">
          <ac:chgData name="Feldman, Stephen" userId="a3e9663f-ff0d-4535-bfbd-577a4897c200" providerId="ADAL" clId="{63E22959-90AB-4DF7-8718-94FE5D201789}" dt="2025-11-02T20:16:46.094" v="9816" actId="1076"/>
          <ac:picMkLst>
            <pc:docMk/>
            <pc:sldMk cId="2262528538" sldId="333"/>
            <ac:picMk id="5" creationId="{093B633B-449A-30D2-4B5A-B8144C454EF0}"/>
          </ac:picMkLst>
        </pc:picChg>
        <pc:picChg chg="add mod modCrop">
          <ac:chgData name="Feldman, Stephen" userId="a3e9663f-ff0d-4535-bfbd-577a4897c200" providerId="ADAL" clId="{63E22959-90AB-4DF7-8718-94FE5D201789}" dt="2025-11-02T20:16:50.233" v="9817" actId="1076"/>
          <ac:picMkLst>
            <pc:docMk/>
            <pc:sldMk cId="2262528538" sldId="333"/>
            <ac:picMk id="7" creationId="{553BAC45-C3EE-F0ED-800F-F8722D08B747}"/>
          </ac:picMkLst>
        </pc:picChg>
        <pc:picChg chg="add mod">
          <ac:chgData name="Feldman, Stephen" userId="a3e9663f-ff0d-4535-bfbd-577a4897c200" providerId="ADAL" clId="{63E22959-90AB-4DF7-8718-94FE5D201789}" dt="2025-11-02T20:17:34.438" v="9824" actId="1076"/>
          <ac:picMkLst>
            <pc:docMk/>
            <pc:sldMk cId="2262528538" sldId="333"/>
            <ac:picMk id="9" creationId="{5B15B097-2E83-EAC1-BBB2-B9DF82825009}"/>
          </ac:picMkLst>
        </pc:picChg>
      </pc:sldChg>
      <pc:sldChg chg="addSp delSp modSp new mod">
        <pc:chgData name="Feldman, Stephen" userId="a3e9663f-ff0d-4535-bfbd-577a4897c200" providerId="ADAL" clId="{63E22959-90AB-4DF7-8718-94FE5D201789}" dt="2025-11-02T21:13:42.432" v="11559" actId="1076"/>
        <pc:sldMkLst>
          <pc:docMk/>
          <pc:sldMk cId="2441144677" sldId="334"/>
        </pc:sldMkLst>
        <pc:spChg chg="mod">
          <ac:chgData name="Feldman, Stephen" userId="a3e9663f-ff0d-4535-bfbd-577a4897c200" providerId="ADAL" clId="{63E22959-90AB-4DF7-8718-94FE5D201789}" dt="2025-11-02T21:13:28.637" v="11552" actId="20577"/>
          <ac:spMkLst>
            <pc:docMk/>
            <pc:sldMk cId="2441144677" sldId="334"/>
            <ac:spMk id="2" creationId="{85B10EBD-C6BC-5DC7-F9D5-624192937F94}"/>
          </ac:spMkLst>
        </pc:spChg>
        <pc:spChg chg="mod">
          <ac:chgData name="Feldman, Stephen" userId="a3e9663f-ff0d-4535-bfbd-577a4897c200" providerId="ADAL" clId="{63E22959-90AB-4DF7-8718-94FE5D201789}" dt="2025-11-02T21:13:42.432" v="11559" actId="1076"/>
          <ac:spMkLst>
            <pc:docMk/>
            <pc:sldMk cId="2441144677" sldId="334"/>
            <ac:spMk id="3" creationId="{DA05C8B6-7D85-C8F4-E695-DB4D75217476}"/>
          </ac:spMkLst>
        </pc:spChg>
        <pc:spChg chg="del mod">
          <ac:chgData name="Feldman, Stephen" userId="a3e9663f-ff0d-4535-bfbd-577a4897c200" providerId="ADAL" clId="{63E22959-90AB-4DF7-8718-94FE5D201789}" dt="2025-11-02T21:13:32.451" v="11553" actId="21"/>
          <ac:spMkLst>
            <pc:docMk/>
            <pc:sldMk cId="2441144677" sldId="334"/>
            <ac:spMk id="4" creationId="{E8D85920-EEA4-1AC5-9937-9B023B5AC108}"/>
          </ac:spMkLst>
        </pc:spChg>
        <pc:spChg chg="add del mod">
          <ac:chgData name="Feldman, Stephen" userId="a3e9663f-ff0d-4535-bfbd-577a4897c200" providerId="ADAL" clId="{63E22959-90AB-4DF7-8718-94FE5D201789}" dt="2025-11-02T21:13:34.115" v="11554" actId="478"/>
          <ac:spMkLst>
            <pc:docMk/>
            <pc:sldMk cId="2441144677" sldId="334"/>
            <ac:spMk id="6" creationId="{11F69B4D-A97C-7B2A-650E-99F882227C04}"/>
          </ac:spMkLst>
        </pc:spChg>
      </pc:sldChg>
      <pc:sldChg chg="addSp delSp modSp new mod setBg">
        <pc:chgData name="Feldman, Stephen" userId="a3e9663f-ff0d-4535-bfbd-577a4897c200" providerId="ADAL" clId="{63E22959-90AB-4DF7-8718-94FE5D201789}" dt="2025-11-02T21:21:55.805" v="11928" actId="478"/>
        <pc:sldMkLst>
          <pc:docMk/>
          <pc:sldMk cId="3543613053" sldId="335"/>
        </pc:sldMkLst>
        <pc:spChg chg="mod">
          <ac:chgData name="Feldman, Stephen" userId="a3e9663f-ff0d-4535-bfbd-577a4897c200" providerId="ADAL" clId="{63E22959-90AB-4DF7-8718-94FE5D201789}" dt="2025-11-02T21:21:53.582" v="11927" actId="26606"/>
          <ac:spMkLst>
            <pc:docMk/>
            <pc:sldMk cId="3543613053" sldId="335"/>
            <ac:spMk id="2" creationId="{9139D08B-C3BC-7288-DEC9-042EC5687CC0}"/>
          </ac:spMkLst>
        </pc:spChg>
        <pc:spChg chg="del">
          <ac:chgData name="Feldman, Stephen" userId="a3e9663f-ff0d-4535-bfbd-577a4897c200" providerId="ADAL" clId="{63E22959-90AB-4DF7-8718-94FE5D201789}" dt="2025-11-02T21:13:52.352" v="11561" actId="478"/>
          <ac:spMkLst>
            <pc:docMk/>
            <pc:sldMk cId="3543613053" sldId="335"/>
            <ac:spMk id="3" creationId="{A38A3DF0-3987-6CDC-2D19-5D2CE4152FF1}"/>
          </ac:spMkLst>
        </pc:spChg>
        <pc:spChg chg="del">
          <ac:chgData name="Feldman, Stephen" userId="a3e9663f-ff0d-4535-bfbd-577a4897c200" providerId="ADAL" clId="{63E22959-90AB-4DF7-8718-94FE5D201789}" dt="2025-11-02T21:13:58.207" v="11565" actId="478"/>
          <ac:spMkLst>
            <pc:docMk/>
            <pc:sldMk cId="3543613053" sldId="335"/>
            <ac:spMk id="4" creationId="{A404D56C-B8B6-AB66-7184-482AA9419696}"/>
          </ac:spMkLst>
        </pc:spChg>
        <pc:spChg chg="add mod">
          <ac:chgData name="Feldman, Stephen" userId="a3e9663f-ff0d-4535-bfbd-577a4897c200" providerId="ADAL" clId="{63E22959-90AB-4DF7-8718-94FE5D201789}" dt="2025-11-02T21:21:53.582" v="11927" actId="26606"/>
          <ac:spMkLst>
            <pc:docMk/>
            <pc:sldMk cId="3543613053" sldId="335"/>
            <ac:spMk id="5" creationId="{E8D85920-EEA4-1AC5-9937-9B023B5AC108}"/>
          </ac:spMkLst>
        </pc:spChg>
        <pc:spChg chg="add del">
          <ac:chgData name="Feldman, Stephen" userId="a3e9663f-ff0d-4535-bfbd-577a4897c200" providerId="ADAL" clId="{63E22959-90AB-4DF7-8718-94FE5D201789}" dt="2025-11-02T21:21:53.582" v="11927" actId="26606"/>
          <ac:spMkLst>
            <pc:docMk/>
            <pc:sldMk cId="3543613053" sldId="335"/>
            <ac:spMk id="14" creationId="{EF1BAF6F-6275-4646-9C59-331B29B9550F}"/>
          </ac:spMkLst>
        </pc:spChg>
        <pc:spChg chg="add del">
          <ac:chgData name="Feldman, Stephen" userId="a3e9663f-ff0d-4535-bfbd-577a4897c200" providerId="ADAL" clId="{63E22959-90AB-4DF7-8718-94FE5D201789}" dt="2025-11-02T21:21:53.582" v="11927" actId="26606"/>
          <ac:spMkLst>
            <pc:docMk/>
            <pc:sldMk cId="3543613053" sldId="335"/>
            <ac:spMk id="16" creationId="{099405E2-1A96-4DBA-A9DC-4C2A1B421CA9}"/>
          </ac:spMkLst>
        </pc:spChg>
        <pc:spChg chg="add del">
          <ac:chgData name="Feldman, Stephen" userId="a3e9663f-ff0d-4535-bfbd-577a4897c200" providerId="ADAL" clId="{63E22959-90AB-4DF7-8718-94FE5D201789}" dt="2025-11-02T21:21:53.582" v="11927" actId="26606"/>
          <ac:spMkLst>
            <pc:docMk/>
            <pc:sldMk cId="3543613053" sldId="335"/>
            <ac:spMk id="18" creationId="{79855050-A75B-4DD0-9B56-8B1C7722D884}"/>
          </ac:spMkLst>
        </pc:spChg>
        <pc:spChg chg="add del">
          <ac:chgData name="Feldman, Stephen" userId="a3e9663f-ff0d-4535-bfbd-577a4897c200" providerId="ADAL" clId="{63E22959-90AB-4DF7-8718-94FE5D201789}" dt="2025-11-02T21:21:53.582" v="11927" actId="26606"/>
          <ac:spMkLst>
            <pc:docMk/>
            <pc:sldMk cId="3543613053" sldId="335"/>
            <ac:spMk id="20" creationId="{2060C0F7-61A6-4E64-A77E-AFBD81127352}"/>
          </ac:spMkLst>
        </pc:spChg>
        <pc:spChg chg="add del">
          <ac:chgData name="Feldman, Stephen" userId="a3e9663f-ff0d-4535-bfbd-577a4897c200" providerId="ADAL" clId="{63E22959-90AB-4DF7-8718-94FE5D201789}" dt="2025-11-02T21:21:53.582" v="11927" actId="26606"/>
          <ac:spMkLst>
            <pc:docMk/>
            <pc:sldMk cId="3543613053" sldId="335"/>
            <ac:spMk id="22" creationId="{BCF4857D-F003-4CA1-82AB-00900B1008BA}"/>
          </ac:spMkLst>
        </pc:spChg>
        <pc:spChg chg="add del">
          <ac:chgData name="Feldman, Stephen" userId="a3e9663f-ff0d-4535-bfbd-577a4897c200" providerId="ADAL" clId="{63E22959-90AB-4DF7-8718-94FE5D201789}" dt="2025-11-02T21:21:53.582" v="11927" actId="26606"/>
          <ac:spMkLst>
            <pc:docMk/>
            <pc:sldMk cId="3543613053" sldId="335"/>
            <ac:spMk id="26" creationId="{CA212158-300D-44D0-9CCE-472C3F669EE1}"/>
          </ac:spMkLst>
        </pc:spChg>
        <pc:spChg chg="add del">
          <ac:chgData name="Feldman, Stephen" userId="a3e9663f-ff0d-4535-bfbd-577a4897c200" providerId="ADAL" clId="{63E22959-90AB-4DF7-8718-94FE5D201789}" dt="2025-11-02T21:21:53.582" v="11927" actId="26606"/>
          <ac:spMkLst>
            <pc:docMk/>
            <pc:sldMk cId="3543613053" sldId="335"/>
            <ac:spMk id="28" creationId="{988521F4-D44A-42C5-9BDB-5CA25554098B}"/>
          </ac:spMkLst>
        </pc:spChg>
        <pc:spChg chg="add del">
          <ac:chgData name="Feldman, Stephen" userId="a3e9663f-ff0d-4535-bfbd-577a4897c200" providerId="ADAL" clId="{63E22959-90AB-4DF7-8718-94FE5D201789}" dt="2025-11-02T21:21:53.582" v="11927" actId="26606"/>
          <ac:spMkLst>
            <pc:docMk/>
            <pc:sldMk cId="3543613053" sldId="335"/>
            <ac:spMk id="30" creationId="{5E6738EB-6FF0-4AF9-8462-57F4494B88B2}"/>
          </ac:spMkLst>
        </pc:spChg>
        <pc:picChg chg="add del mod">
          <ac:chgData name="Feldman, Stephen" userId="a3e9663f-ff0d-4535-bfbd-577a4897c200" providerId="ADAL" clId="{63E22959-90AB-4DF7-8718-94FE5D201789}" dt="2025-11-02T21:21:55.805" v="11928" actId="478"/>
          <ac:picMkLst>
            <pc:docMk/>
            <pc:sldMk cId="3543613053" sldId="335"/>
            <ac:picMk id="7" creationId="{E7915ED0-7494-6890-F23E-3FA0E021DAF0}"/>
          </ac:picMkLst>
        </pc:picChg>
      </pc:sldChg>
      <pc:sldChg chg="addSp delSp modSp new mod setBg">
        <pc:chgData name="Feldman, Stephen" userId="a3e9663f-ff0d-4535-bfbd-577a4897c200" providerId="ADAL" clId="{63E22959-90AB-4DF7-8718-94FE5D201789}" dt="2025-11-02T21:40:47.568" v="13348" actId="14100"/>
        <pc:sldMkLst>
          <pc:docMk/>
          <pc:sldMk cId="2850332567" sldId="336"/>
        </pc:sldMkLst>
        <pc:spChg chg="mod">
          <ac:chgData name="Feldman, Stephen" userId="a3e9663f-ff0d-4535-bfbd-577a4897c200" providerId="ADAL" clId="{63E22959-90AB-4DF7-8718-94FE5D201789}" dt="2025-11-02T21:19:44.028" v="11920" actId="1076"/>
          <ac:spMkLst>
            <pc:docMk/>
            <pc:sldMk cId="2850332567" sldId="336"/>
            <ac:spMk id="2" creationId="{502894EB-02F2-3258-3A2A-7C638E0598A6}"/>
          </ac:spMkLst>
        </pc:spChg>
        <pc:spChg chg="mod">
          <ac:chgData name="Feldman, Stephen" userId="a3e9663f-ff0d-4535-bfbd-577a4897c200" providerId="ADAL" clId="{63E22959-90AB-4DF7-8718-94FE5D201789}" dt="2025-11-02T21:40:47.568" v="13348" actId="14100"/>
          <ac:spMkLst>
            <pc:docMk/>
            <pc:sldMk cId="2850332567" sldId="336"/>
            <ac:spMk id="3" creationId="{4F4421C2-5FD3-B8D8-6606-3391ADE1F827}"/>
          </ac:spMkLst>
        </pc:spChg>
        <pc:spChg chg="del">
          <ac:chgData name="Feldman, Stephen" userId="a3e9663f-ff0d-4535-bfbd-577a4897c200" providerId="ADAL" clId="{63E22959-90AB-4DF7-8718-94FE5D201789}" dt="2025-11-02T21:15:22.689" v="11622" actId="478"/>
          <ac:spMkLst>
            <pc:docMk/>
            <pc:sldMk cId="2850332567" sldId="336"/>
            <ac:spMk id="4" creationId="{A489C57A-8AFE-1A98-5B7D-E0555CAA6330}"/>
          </ac:spMkLst>
        </pc:spChg>
        <pc:spChg chg="add">
          <ac:chgData name="Feldman, Stephen" userId="a3e9663f-ff0d-4535-bfbd-577a4897c200" providerId="ADAL" clId="{63E22959-90AB-4DF7-8718-94FE5D201789}" dt="2025-11-02T21:19:35.431" v="11917" actId="26606"/>
          <ac:spMkLst>
            <pc:docMk/>
            <pc:sldMk cId="2850332567" sldId="336"/>
            <ac:spMk id="13" creationId="{1ED69555-EE48-4B19-812B-4E1068DBF976}"/>
          </ac:spMkLst>
        </pc:spChg>
        <pc:spChg chg="add">
          <ac:chgData name="Feldman, Stephen" userId="a3e9663f-ff0d-4535-bfbd-577a4897c200" providerId="ADAL" clId="{63E22959-90AB-4DF7-8718-94FE5D201789}" dt="2025-11-02T21:19:35.431" v="11917" actId="26606"/>
          <ac:spMkLst>
            <pc:docMk/>
            <pc:sldMk cId="2850332567" sldId="336"/>
            <ac:spMk id="15" creationId="{57AEB73D-F521-4B19-820F-12DB6BCC8406}"/>
          </ac:spMkLst>
        </pc:spChg>
        <pc:spChg chg="add">
          <ac:chgData name="Feldman, Stephen" userId="a3e9663f-ff0d-4535-bfbd-577a4897c200" providerId="ADAL" clId="{63E22959-90AB-4DF7-8718-94FE5D201789}" dt="2025-11-02T21:19:35.431" v="11917" actId="26606"/>
          <ac:spMkLst>
            <pc:docMk/>
            <pc:sldMk cId="2850332567" sldId="336"/>
            <ac:spMk id="17" creationId="{6B72EEBA-3A5D-41CE-8465-A45A0F65674E}"/>
          </ac:spMkLst>
        </pc:spChg>
        <pc:spChg chg="add">
          <ac:chgData name="Feldman, Stephen" userId="a3e9663f-ff0d-4535-bfbd-577a4897c200" providerId="ADAL" clId="{63E22959-90AB-4DF7-8718-94FE5D201789}" dt="2025-11-02T21:19:35.431" v="11917" actId="26606"/>
          <ac:spMkLst>
            <pc:docMk/>
            <pc:sldMk cId="2850332567" sldId="336"/>
            <ac:spMk id="19" creationId="{EA164D6B-6878-4B9F-A2D0-985D39B17B46}"/>
          </ac:spMkLst>
        </pc:spChg>
        <pc:spChg chg="add">
          <ac:chgData name="Feldman, Stephen" userId="a3e9663f-ff0d-4535-bfbd-577a4897c200" providerId="ADAL" clId="{63E22959-90AB-4DF7-8718-94FE5D201789}" dt="2025-11-02T21:19:35.431" v="11917" actId="26606"/>
          <ac:spMkLst>
            <pc:docMk/>
            <pc:sldMk cId="2850332567" sldId="336"/>
            <ac:spMk id="21" creationId="{362F176A-9349-4CD7-8042-59C0200C8CE9}"/>
          </ac:spMkLst>
        </pc:spChg>
        <pc:spChg chg="add">
          <ac:chgData name="Feldman, Stephen" userId="a3e9663f-ff0d-4535-bfbd-577a4897c200" providerId="ADAL" clId="{63E22959-90AB-4DF7-8718-94FE5D201789}" dt="2025-11-02T21:19:35.431" v="11917" actId="26606"/>
          <ac:spMkLst>
            <pc:docMk/>
            <pc:sldMk cId="2850332567" sldId="336"/>
            <ac:spMk id="23" creationId="{4E9A171F-91A7-42F8-B25C-E38B244E757C}"/>
          </ac:spMkLst>
        </pc:spChg>
        <pc:spChg chg="add">
          <ac:chgData name="Feldman, Stephen" userId="a3e9663f-ff0d-4535-bfbd-577a4897c200" providerId="ADAL" clId="{63E22959-90AB-4DF7-8718-94FE5D201789}" dt="2025-11-02T21:19:35.431" v="11917" actId="26606"/>
          <ac:spMkLst>
            <pc:docMk/>
            <pc:sldMk cId="2850332567" sldId="336"/>
            <ac:spMk id="27" creationId="{57851D67-7085-40E2-B146-F91433A28E08}"/>
          </ac:spMkLst>
        </pc:spChg>
        <pc:spChg chg="add">
          <ac:chgData name="Feldman, Stephen" userId="a3e9663f-ff0d-4535-bfbd-577a4897c200" providerId="ADAL" clId="{63E22959-90AB-4DF7-8718-94FE5D201789}" dt="2025-11-02T21:19:35.431" v="11917" actId="26606"/>
          <ac:spMkLst>
            <pc:docMk/>
            <pc:sldMk cId="2850332567" sldId="336"/>
            <ac:spMk id="29" creationId="{985AAE23-FCB6-4663-907C-0110B0FDC58E}"/>
          </ac:spMkLst>
        </pc:spChg>
        <pc:picChg chg="add mod">
          <ac:chgData name="Feldman, Stephen" userId="a3e9663f-ff0d-4535-bfbd-577a4897c200" providerId="ADAL" clId="{63E22959-90AB-4DF7-8718-94FE5D201789}" dt="2025-11-02T21:19:26.721" v="11916" actId="1076"/>
          <ac:picMkLst>
            <pc:docMk/>
            <pc:sldMk cId="2850332567" sldId="336"/>
            <ac:picMk id="6" creationId="{C172EEDB-5529-0D98-EE32-3B7D8C0EE1C4}"/>
          </ac:picMkLst>
        </pc:picChg>
        <pc:picChg chg="add mod">
          <ac:chgData name="Feldman, Stephen" userId="a3e9663f-ff0d-4535-bfbd-577a4897c200" providerId="ADAL" clId="{63E22959-90AB-4DF7-8718-94FE5D201789}" dt="2025-11-02T21:19:24.559" v="11915" actId="1076"/>
          <ac:picMkLst>
            <pc:docMk/>
            <pc:sldMk cId="2850332567" sldId="336"/>
            <ac:picMk id="8" creationId="{270FA3FB-8CF1-1E64-CE37-CFC2C8CA34E6}"/>
          </ac:picMkLst>
        </pc:picChg>
      </pc:sldChg>
      <pc:sldChg chg="addSp delSp modSp new mod setBg">
        <pc:chgData name="Feldman, Stephen" userId="a3e9663f-ff0d-4535-bfbd-577a4897c200" providerId="ADAL" clId="{63E22959-90AB-4DF7-8718-94FE5D201789}" dt="2025-11-03T00:08:45.573" v="14460" actId="113"/>
        <pc:sldMkLst>
          <pc:docMk/>
          <pc:sldMk cId="2171798071" sldId="337"/>
        </pc:sldMkLst>
        <pc:spChg chg="mod">
          <ac:chgData name="Feldman, Stephen" userId="a3e9663f-ff0d-4535-bfbd-577a4897c200" providerId="ADAL" clId="{63E22959-90AB-4DF7-8718-94FE5D201789}" dt="2025-11-02T21:26:00.141" v="12203" actId="26606"/>
          <ac:spMkLst>
            <pc:docMk/>
            <pc:sldMk cId="2171798071" sldId="337"/>
            <ac:spMk id="2" creationId="{180F47E0-75B3-4042-7544-A72E1FE99500}"/>
          </ac:spMkLst>
        </pc:spChg>
        <pc:spChg chg="del">
          <ac:chgData name="Feldman, Stephen" userId="a3e9663f-ff0d-4535-bfbd-577a4897c200" providerId="ADAL" clId="{63E22959-90AB-4DF7-8718-94FE5D201789}" dt="2025-11-02T21:22:24.404" v="11968" actId="478"/>
          <ac:spMkLst>
            <pc:docMk/>
            <pc:sldMk cId="2171798071" sldId="337"/>
            <ac:spMk id="3" creationId="{8476E499-0850-8CB9-14A2-4373E2A27464}"/>
          </ac:spMkLst>
        </pc:spChg>
        <pc:spChg chg="add mod">
          <ac:chgData name="Feldman, Stephen" userId="a3e9663f-ff0d-4535-bfbd-577a4897c200" providerId="ADAL" clId="{63E22959-90AB-4DF7-8718-94FE5D201789}" dt="2025-11-03T00:08:45.573" v="14460" actId="113"/>
          <ac:spMkLst>
            <pc:docMk/>
            <pc:sldMk cId="2171798071" sldId="337"/>
            <ac:spMk id="12" creationId="{C2ECE39B-7964-90B8-45E4-A230D81EF737}"/>
          </ac:spMkLst>
        </pc:spChg>
        <pc:spChg chg="add">
          <ac:chgData name="Feldman, Stephen" userId="a3e9663f-ff0d-4535-bfbd-577a4897c200" providerId="ADAL" clId="{63E22959-90AB-4DF7-8718-94FE5D201789}" dt="2025-11-02T21:26:00.141" v="12203" actId="26606"/>
          <ac:spMkLst>
            <pc:docMk/>
            <pc:sldMk cId="2171798071" sldId="337"/>
            <ac:spMk id="17" creationId="{0786F82F-1B47-46ED-8EAE-53EF71E59E9A}"/>
          </ac:spMkLst>
        </pc:spChg>
        <pc:spChg chg="add">
          <ac:chgData name="Feldman, Stephen" userId="a3e9663f-ff0d-4535-bfbd-577a4897c200" providerId="ADAL" clId="{63E22959-90AB-4DF7-8718-94FE5D201789}" dt="2025-11-02T21:26:00.141" v="12203" actId="26606"/>
          <ac:spMkLst>
            <pc:docMk/>
            <pc:sldMk cId="2171798071" sldId="337"/>
            <ac:spMk id="19" creationId="{EF1BAF6F-6275-4646-9C59-331B29B9550F}"/>
          </ac:spMkLst>
        </pc:spChg>
        <pc:spChg chg="add">
          <ac:chgData name="Feldman, Stephen" userId="a3e9663f-ff0d-4535-bfbd-577a4897c200" providerId="ADAL" clId="{63E22959-90AB-4DF7-8718-94FE5D201789}" dt="2025-11-02T21:26:00.141" v="12203" actId="26606"/>
          <ac:spMkLst>
            <pc:docMk/>
            <pc:sldMk cId="2171798071" sldId="337"/>
            <ac:spMk id="21" creationId="{099405E2-1A96-4DBA-A9DC-4C2A1B421CA9}"/>
          </ac:spMkLst>
        </pc:spChg>
        <pc:spChg chg="add">
          <ac:chgData name="Feldman, Stephen" userId="a3e9663f-ff0d-4535-bfbd-577a4897c200" providerId="ADAL" clId="{63E22959-90AB-4DF7-8718-94FE5D201789}" dt="2025-11-02T21:26:00.141" v="12203" actId="26606"/>
          <ac:spMkLst>
            <pc:docMk/>
            <pc:sldMk cId="2171798071" sldId="337"/>
            <ac:spMk id="23" creationId="{C3FEC850-D70F-4F53-AFB0-352FEA94523E}"/>
          </ac:spMkLst>
        </pc:spChg>
        <pc:spChg chg="add">
          <ac:chgData name="Feldman, Stephen" userId="a3e9663f-ff0d-4535-bfbd-577a4897c200" providerId="ADAL" clId="{63E22959-90AB-4DF7-8718-94FE5D201789}" dt="2025-11-02T21:26:00.141" v="12203" actId="26606"/>
          <ac:spMkLst>
            <pc:docMk/>
            <pc:sldMk cId="2171798071" sldId="337"/>
            <ac:spMk id="27" creationId="{32BA9D6C-8214-4E25-AF8B-48762AD8D530}"/>
          </ac:spMkLst>
        </pc:spChg>
        <pc:spChg chg="add">
          <ac:chgData name="Feldman, Stephen" userId="a3e9663f-ff0d-4535-bfbd-577a4897c200" providerId="ADAL" clId="{63E22959-90AB-4DF7-8718-94FE5D201789}" dt="2025-11-02T21:26:00.141" v="12203" actId="26606"/>
          <ac:spMkLst>
            <pc:docMk/>
            <pc:sldMk cId="2171798071" sldId="337"/>
            <ac:spMk id="31" creationId="{4E8B9C70-F708-443B-82A0-80E311A003D8}"/>
          </ac:spMkLst>
        </pc:spChg>
        <pc:spChg chg="add">
          <ac:chgData name="Feldman, Stephen" userId="a3e9663f-ff0d-4535-bfbd-577a4897c200" providerId="ADAL" clId="{63E22959-90AB-4DF7-8718-94FE5D201789}" dt="2025-11-02T21:26:00.141" v="12203" actId="26606"/>
          <ac:spMkLst>
            <pc:docMk/>
            <pc:sldMk cId="2171798071" sldId="337"/>
            <ac:spMk id="33" creationId="{5D7B94B2-D9B6-4EAC-8CD9-3961D1784347}"/>
          </ac:spMkLst>
        </pc:spChg>
        <pc:spChg chg="add">
          <ac:chgData name="Feldman, Stephen" userId="a3e9663f-ff0d-4535-bfbd-577a4897c200" providerId="ADAL" clId="{63E22959-90AB-4DF7-8718-94FE5D201789}" dt="2025-11-02T21:26:00.141" v="12203" actId="26606"/>
          <ac:spMkLst>
            <pc:docMk/>
            <pc:sldMk cId="2171798071" sldId="337"/>
            <ac:spMk id="35" creationId="{EA6FE760-E70F-4EB9-BCB1-D7795F04B6C2}"/>
          </ac:spMkLst>
        </pc:spChg>
        <pc:picChg chg="add mod">
          <ac:chgData name="Feldman, Stephen" userId="a3e9663f-ff0d-4535-bfbd-577a4897c200" providerId="ADAL" clId="{63E22959-90AB-4DF7-8718-94FE5D201789}" dt="2025-11-02T21:22:28.213" v="11970" actId="1076"/>
          <ac:picMkLst>
            <pc:docMk/>
            <pc:sldMk cId="2171798071" sldId="337"/>
            <ac:picMk id="5" creationId="{A0FDC470-2BEC-326C-F47C-5DF399C5195D}"/>
          </ac:picMkLst>
        </pc:picChg>
        <pc:picChg chg="add mod">
          <ac:chgData name="Feldman, Stephen" userId="a3e9663f-ff0d-4535-bfbd-577a4897c200" providerId="ADAL" clId="{63E22959-90AB-4DF7-8718-94FE5D201789}" dt="2025-11-02T21:22:58.016" v="11972" actId="1076"/>
          <ac:picMkLst>
            <pc:docMk/>
            <pc:sldMk cId="2171798071" sldId="337"/>
            <ac:picMk id="7" creationId="{AC5E370A-61B4-55EF-FFCE-7C46D13D280F}"/>
          </ac:picMkLst>
        </pc:picChg>
        <pc:picChg chg="add del">
          <ac:chgData name="Feldman, Stephen" userId="a3e9663f-ff0d-4535-bfbd-577a4897c200" providerId="ADAL" clId="{63E22959-90AB-4DF7-8718-94FE5D201789}" dt="2025-11-02T21:23:46.685" v="11976" actId="478"/>
          <ac:picMkLst>
            <pc:docMk/>
            <pc:sldMk cId="2171798071" sldId="337"/>
            <ac:picMk id="9" creationId="{FDE607D3-E964-E75C-1D9B-48698D3FB6D0}"/>
          </ac:picMkLst>
        </pc:picChg>
        <pc:picChg chg="add del">
          <ac:chgData name="Feldman, Stephen" userId="a3e9663f-ff0d-4535-bfbd-577a4897c200" providerId="ADAL" clId="{63E22959-90AB-4DF7-8718-94FE5D201789}" dt="2025-11-02T21:23:50.763" v="11978" actId="478"/>
          <ac:picMkLst>
            <pc:docMk/>
            <pc:sldMk cId="2171798071" sldId="337"/>
            <ac:picMk id="11" creationId="{8FEAA52E-6E8C-9766-330D-9A1ECB38CCAE}"/>
          </ac:picMkLst>
        </pc:picChg>
      </pc:sldChg>
      <pc:sldChg chg="addSp delSp modSp new mod">
        <pc:chgData name="Feldman, Stephen" userId="a3e9663f-ff0d-4535-bfbd-577a4897c200" providerId="ADAL" clId="{63E22959-90AB-4DF7-8718-94FE5D201789}" dt="2025-11-03T00:07:01.084" v="14457" actId="20577"/>
        <pc:sldMkLst>
          <pc:docMk/>
          <pc:sldMk cId="2777434869" sldId="338"/>
        </pc:sldMkLst>
        <pc:spChg chg="mod">
          <ac:chgData name="Feldman, Stephen" userId="a3e9663f-ff0d-4535-bfbd-577a4897c200" providerId="ADAL" clId="{63E22959-90AB-4DF7-8718-94FE5D201789}" dt="2025-11-02T21:28:01.428" v="12301" actId="20577"/>
          <ac:spMkLst>
            <pc:docMk/>
            <pc:sldMk cId="2777434869" sldId="338"/>
            <ac:spMk id="2" creationId="{3A6BE5A8-4031-34BD-72BA-2D7D6AEE6C5A}"/>
          </ac:spMkLst>
        </pc:spChg>
        <pc:spChg chg="add mod">
          <ac:chgData name="Feldman, Stephen" userId="a3e9663f-ff0d-4535-bfbd-577a4897c200" providerId="ADAL" clId="{63E22959-90AB-4DF7-8718-94FE5D201789}" dt="2025-11-02T23:59:21.829" v="14329" actId="208"/>
          <ac:spMkLst>
            <pc:docMk/>
            <pc:sldMk cId="2777434869" sldId="338"/>
            <ac:spMk id="3" creationId="{398FD625-C246-8464-27D4-16EB8439F90A}"/>
          </ac:spMkLst>
        </pc:spChg>
        <pc:spChg chg="del">
          <ac:chgData name="Feldman, Stephen" userId="a3e9663f-ff0d-4535-bfbd-577a4897c200" providerId="ADAL" clId="{63E22959-90AB-4DF7-8718-94FE5D201789}" dt="2025-11-02T21:27:17.686" v="12234" actId="478"/>
          <ac:spMkLst>
            <pc:docMk/>
            <pc:sldMk cId="2777434869" sldId="338"/>
            <ac:spMk id="3" creationId="{C12F64FC-D830-4689-7D90-3B47AF48F339}"/>
          </ac:spMkLst>
        </pc:spChg>
        <pc:spChg chg="mod">
          <ac:chgData name="Feldman, Stephen" userId="a3e9663f-ff0d-4535-bfbd-577a4897c200" providerId="ADAL" clId="{63E22959-90AB-4DF7-8718-94FE5D201789}" dt="2025-11-03T00:07:01.084" v="14457" actId="20577"/>
          <ac:spMkLst>
            <pc:docMk/>
            <pc:sldMk cId="2777434869" sldId="338"/>
            <ac:spMk id="4" creationId="{9CE155DC-E4F9-8CB1-4BDD-0987F8AC2C92}"/>
          </ac:spMkLst>
        </pc:spChg>
        <pc:spChg chg="add mod">
          <ac:chgData name="Feldman, Stephen" userId="a3e9663f-ff0d-4535-bfbd-577a4897c200" providerId="ADAL" clId="{63E22959-90AB-4DF7-8718-94FE5D201789}" dt="2025-11-02T23:59:46.487" v="14334" actId="1076"/>
          <ac:spMkLst>
            <pc:docMk/>
            <pc:sldMk cId="2777434869" sldId="338"/>
            <ac:spMk id="5" creationId="{A03F4607-35AC-E792-E952-41308B625721}"/>
          </ac:spMkLst>
        </pc:spChg>
        <pc:picChg chg="add mod">
          <ac:chgData name="Feldman, Stephen" userId="a3e9663f-ff0d-4535-bfbd-577a4897c200" providerId="ADAL" clId="{63E22959-90AB-4DF7-8718-94FE5D201789}" dt="2025-11-02T21:27:38.432" v="12236" actId="1076"/>
          <ac:picMkLst>
            <pc:docMk/>
            <pc:sldMk cId="2777434869" sldId="338"/>
            <ac:picMk id="6" creationId="{97CF7D0F-FB3F-46CD-6EAF-8C5EA1C20D82}"/>
          </ac:picMkLst>
        </pc:picChg>
      </pc:sldChg>
      <pc:sldChg chg="addSp delSp modSp new mod setBg">
        <pc:chgData name="Feldman, Stephen" userId="a3e9663f-ff0d-4535-bfbd-577a4897c200" providerId="ADAL" clId="{63E22959-90AB-4DF7-8718-94FE5D201789}" dt="2025-11-02T22:35:52.740" v="14309" actId="20577"/>
        <pc:sldMkLst>
          <pc:docMk/>
          <pc:sldMk cId="902579851" sldId="339"/>
        </pc:sldMkLst>
        <pc:spChg chg="mod">
          <ac:chgData name="Feldman, Stephen" userId="a3e9663f-ff0d-4535-bfbd-577a4897c200" providerId="ADAL" clId="{63E22959-90AB-4DF7-8718-94FE5D201789}" dt="2025-11-02T21:42:36.031" v="13349" actId="26606"/>
          <ac:spMkLst>
            <pc:docMk/>
            <pc:sldMk cId="902579851" sldId="339"/>
            <ac:spMk id="2" creationId="{F0924FF1-C97D-8535-D5CB-F187F8ED21E9}"/>
          </ac:spMkLst>
        </pc:spChg>
        <pc:spChg chg="del">
          <ac:chgData name="Feldman, Stephen" userId="a3e9663f-ff0d-4535-bfbd-577a4897c200" providerId="ADAL" clId="{63E22959-90AB-4DF7-8718-94FE5D201789}" dt="2025-11-02T21:31:16.342" v="12492" actId="478"/>
          <ac:spMkLst>
            <pc:docMk/>
            <pc:sldMk cId="902579851" sldId="339"/>
            <ac:spMk id="3" creationId="{DC4FAB33-D709-8481-9DA8-009B7E5BE67D}"/>
          </ac:spMkLst>
        </pc:spChg>
        <pc:spChg chg="mod">
          <ac:chgData name="Feldman, Stephen" userId="a3e9663f-ff0d-4535-bfbd-577a4897c200" providerId="ADAL" clId="{63E22959-90AB-4DF7-8718-94FE5D201789}" dt="2025-11-02T22:35:52.740" v="14309" actId="20577"/>
          <ac:spMkLst>
            <pc:docMk/>
            <pc:sldMk cId="902579851" sldId="339"/>
            <ac:spMk id="4" creationId="{6FEE0BE4-AF12-D716-A267-6D9E1B2D6168}"/>
          </ac:spMkLst>
        </pc:spChg>
        <pc:spChg chg="add">
          <ac:chgData name="Feldman, Stephen" userId="a3e9663f-ff0d-4535-bfbd-577a4897c200" providerId="ADAL" clId="{63E22959-90AB-4DF7-8718-94FE5D201789}" dt="2025-11-02T21:42:36.031" v="13349" actId="26606"/>
          <ac:spMkLst>
            <pc:docMk/>
            <pc:sldMk cId="902579851" sldId="339"/>
            <ac:spMk id="9" creationId="{0786F82F-1B47-46ED-8EAE-53EF71E59E9A}"/>
          </ac:spMkLst>
        </pc:spChg>
        <pc:spChg chg="add">
          <ac:chgData name="Feldman, Stephen" userId="a3e9663f-ff0d-4535-bfbd-577a4897c200" providerId="ADAL" clId="{63E22959-90AB-4DF7-8718-94FE5D201789}" dt="2025-11-02T21:42:36.031" v="13349" actId="26606"/>
          <ac:spMkLst>
            <pc:docMk/>
            <pc:sldMk cId="902579851" sldId="339"/>
            <ac:spMk id="11" creationId="{EF1BAF6F-6275-4646-9C59-331B29B9550F}"/>
          </ac:spMkLst>
        </pc:spChg>
        <pc:spChg chg="add">
          <ac:chgData name="Feldman, Stephen" userId="a3e9663f-ff0d-4535-bfbd-577a4897c200" providerId="ADAL" clId="{63E22959-90AB-4DF7-8718-94FE5D201789}" dt="2025-11-02T21:42:36.031" v="13349" actId="26606"/>
          <ac:spMkLst>
            <pc:docMk/>
            <pc:sldMk cId="902579851" sldId="339"/>
            <ac:spMk id="13" creationId="{72526924-84D3-45FB-A5FE-62D8FCBF53B6}"/>
          </ac:spMkLst>
        </pc:spChg>
        <pc:spChg chg="add">
          <ac:chgData name="Feldman, Stephen" userId="a3e9663f-ff0d-4535-bfbd-577a4897c200" providerId="ADAL" clId="{63E22959-90AB-4DF7-8718-94FE5D201789}" dt="2025-11-02T21:42:36.031" v="13349" actId="26606"/>
          <ac:spMkLst>
            <pc:docMk/>
            <pc:sldMk cId="902579851" sldId="339"/>
            <ac:spMk id="15" creationId="{5C2A6256-1DD0-4E4B-A8B3-9A711B4DBE0C}"/>
          </ac:spMkLst>
        </pc:spChg>
        <pc:spChg chg="add">
          <ac:chgData name="Feldman, Stephen" userId="a3e9663f-ff0d-4535-bfbd-577a4897c200" providerId="ADAL" clId="{63E22959-90AB-4DF7-8718-94FE5D201789}" dt="2025-11-02T21:42:36.031" v="13349" actId="26606"/>
          <ac:spMkLst>
            <pc:docMk/>
            <pc:sldMk cId="902579851" sldId="339"/>
            <ac:spMk id="17" creationId="{41760540-185E-4652-BFD2-9B362EF3BC99}"/>
          </ac:spMkLst>
        </pc:spChg>
        <pc:spChg chg="add">
          <ac:chgData name="Feldman, Stephen" userId="a3e9663f-ff0d-4535-bfbd-577a4897c200" providerId="ADAL" clId="{63E22959-90AB-4DF7-8718-94FE5D201789}" dt="2025-11-02T21:42:36.031" v="13349" actId="26606"/>
          <ac:spMkLst>
            <pc:docMk/>
            <pc:sldMk cId="902579851" sldId="339"/>
            <ac:spMk id="19" creationId="{729789F4-85C1-41A0-83EB-992E22210CB9}"/>
          </ac:spMkLst>
        </pc:spChg>
        <pc:spChg chg="add">
          <ac:chgData name="Feldman, Stephen" userId="a3e9663f-ff0d-4535-bfbd-577a4897c200" providerId="ADAL" clId="{63E22959-90AB-4DF7-8718-94FE5D201789}" dt="2025-11-02T21:42:36.031" v="13349" actId="26606"/>
          <ac:spMkLst>
            <pc:docMk/>
            <pc:sldMk cId="902579851" sldId="339"/>
            <ac:spMk id="21" creationId="{9D9D367D-6DD2-4A7C-8918-0DCAC297559A}"/>
          </ac:spMkLst>
        </pc:spChg>
      </pc:sldChg>
      <pc:sldChg chg="modSp new mod">
        <pc:chgData name="Feldman, Stephen" userId="a3e9663f-ff0d-4535-bfbd-577a4897c200" providerId="ADAL" clId="{63E22959-90AB-4DF7-8718-94FE5D201789}" dt="2025-11-02T21:38:56.760" v="13346" actId="20577"/>
        <pc:sldMkLst>
          <pc:docMk/>
          <pc:sldMk cId="636243757" sldId="340"/>
        </pc:sldMkLst>
        <pc:spChg chg="mod">
          <ac:chgData name="Feldman, Stephen" userId="a3e9663f-ff0d-4535-bfbd-577a4897c200" providerId="ADAL" clId="{63E22959-90AB-4DF7-8718-94FE5D201789}" dt="2025-11-02T21:38:56.760" v="13346" actId="20577"/>
          <ac:spMkLst>
            <pc:docMk/>
            <pc:sldMk cId="636243757" sldId="340"/>
            <ac:spMk id="2" creationId="{A5D2FA76-9462-EADE-86BA-D191476162BA}"/>
          </ac:spMkLst>
        </pc:spChg>
      </pc:sldChg>
      <pc:sldChg chg="addSp delSp modSp new mod setBg">
        <pc:chgData name="Feldman, Stephen" userId="a3e9663f-ff0d-4535-bfbd-577a4897c200" providerId="ADAL" clId="{63E22959-90AB-4DF7-8718-94FE5D201789}" dt="2025-11-02T22:07:25.720" v="14266" actId="20577"/>
        <pc:sldMkLst>
          <pc:docMk/>
          <pc:sldMk cId="1751694289" sldId="341"/>
        </pc:sldMkLst>
        <pc:spChg chg="mod">
          <ac:chgData name="Feldman, Stephen" userId="a3e9663f-ff0d-4535-bfbd-577a4897c200" providerId="ADAL" clId="{63E22959-90AB-4DF7-8718-94FE5D201789}" dt="2025-11-02T22:06:21.190" v="14254" actId="26606"/>
          <ac:spMkLst>
            <pc:docMk/>
            <pc:sldMk cId="1751694289" sldId="341"/>
            <ac:spMk id="2" creationId="{79C0EC67-B8B3-B05B-980B-4C2BADE77424}"/>
          </ac:spMkLst>
        </pc:spChg>
        <pc:spChg chg="del mod">
          <ac:chgData name="Feldman, Stephen" userId="a3e9663f-ff0d-4535-bfbd-577a4897c200" providerId="ADAL" clId="{63E22959-90AB-4DF7-8718-94FE5D201789}" dt="2025-11-02T22:07:09.760" v="14263" actId="26606"/>
          <ac:spMkLst>
            <pc:docMk/>
            <pc:sldMk cId="1751694289" sldId="341"/>
            <ac:spMk id="3" creationId="{B279F885-3B39-4C34-5D2B-783E52D9A9BA}"/>
          </ac:spMkLst>
        </pc:spChg>
        <pc:spChg chg="add">
          <ac:chgData name="Feldman, Stephen" userId="a3e9663f-ff0d-4535-bfbd-577a4897c200" providerId="ADAL" clId="{63E22959-90AB-4DF7-8718-94FE5D201789}" dt="2025-11-02T22:06:21.190" v="14254" actId="26606"/>
          <ac:spMkLst>
            <pc:docMk/>
            <pc:sldMk cId="1751694289" sldId="341"/>
            <ac:spMk id="10" creationId="{1ED69555-EE48-4B19-812B-4E1068DBF976}"/>
          </ac:spMkLst>
        </pc:spChg>
        <pc:spChg chg="add">
          <ac:chgData name="Feldman, Stephen" userId="a3e9663f-ff0d-4535-bfbd-577a4897c200" providerId="ADAL" clId="{63E22959-90AB-4DF7-8718-94FE5D201789}" dt="2025-11-02T22:06:21.190" v="14254" actId="26606"/>
          <ac:spMkLst>
            <pc:docMk/>
            <pc:sldMk cId="1751694289" sldId="341"/>
            <ac:spMk id="12" creationId="{57AEB73D-F521-4B19-820F-12DB6BCC8406}"/>
          </ac:spMkLst>
        </pc:spChg>
        <pc:spChg chg="add">
          <ac:chgData name="Feldman, Stephen" userId="a3e9663f-ff0d-4535-bfbd-577a4897c200" providerId="ADAL" clId="{63E22959-90AB-4DF7-8718-94FE5D201789}" dt="2025-11-02T22:06:21.190" v="14254" actId="26606"/>
          <ac:spMkLst>
            <pc:docMk/>
            <pc:sldMk cId="1751694289" sldId="341"/>
            <ac:spMk id="14" creationId="{6B72EEBA-3A5D-41CE-8465-A45A0F65674E}"/>
          </ac:spMkLst>
        </pc:spChg>
        <pc:spChg chg="add">
          <ac:chgData name="Feldman, Stephen" userId="a3e9663f-ff0d-4535-bfbd-577a4897c200" providerId="ADAL" clId="{63E22959-90AB-4DF7-8718-94FE5D201789}" dt="2025-11-02T22:06:21.190" v="14254" actId="26606"/>
          <ac:spMkLst>
            <pc:docMk/>
            <pc:sldMk cId="1751694289" sldId="341"/>
            <ac:spMk id="16" creationId="{CA22F210-7186-4074-94C5-FAD2C2EB15B2}"/>
          </ac:spMkLst>
        </pc:spChg>
        <pc:spChg chg="add">
          <ac:chgData name="Feldman, Stephen" userId="a3e9663f-ff0d-4535-bfbd-577a4897c200" providerId="ADAL" clId="{63E22959-90AB-4DF7-8718-94FE5D201789}" dt="2025-11-02T22:06:21.190" v="14254" actId="26606"/>
          <ac:spMkLst>
            <pc:docMk/>
            <pc:sldMk cId="1751694289" sldId="341"/>
            <ac:spMk id="18" creationId="{7ED93057-B056-4D1D-B0DA-F1619DAAF5A1}"/>
          </ac:spMkLst>
        </pc:spChg>
        <pc:spChg chg="add">
          <ac:chgData name="Feldman, Stephen" userId="a3e9663f-ff0d-4535-bfbd-577a4897c200" providerId="ADAL" clId="{63E22959-90AB-4DF7-8718-94FE5D201789}" dt="2025-11-02T22:06:21.190" v="14254" actId="26606"/>
          <ac:spMkLst>
            <pc:docMk/>
            <pc:sldMk cId="1751694289" sldId="341"/>
            <ac:spMk id="20" creationId="{F5B41592-BC5E-4AE2-8CA7-91C73FD8F744}"/>
          </ac:spMkLst>
        </pc:spChg>
        <pc:spChg chg="add">
          <ac:chgData name="Feldman, Stephen" userId="a3e9663f-ff0d-4535-bfbd-577a4897c200" providerId="ADAL" clId="{63E22959-90AB-4DF7-8718-94FE5D201789}" dt="2025-11-02T22:06:21.190" v="14254" actId="26606"/>
          <ac:spMkLst>
            <pc:docMk/>
            <pc:sldMk cId="1751694289" sldId="341"/>
            <ac:spMk id="22" creationId="{CB574A3D-9991-4D4A-91DF-0D0DE47DB31E}"/>
          </ac:spMkLst>
        </pc:spChg>
        <pc:spChg chg="add">
          <ac:chgData name="Feldman, Stephen" userId="a3e9663f-ff0d-4535-bfbd-577a4897c200" providerId="ADAL" clId="{63E22959-90AB-4DF7-8718-94FE5D201789}" dt="2025-11-02T22:06:21.190" v="14254" actId="26606"/>
          <ac:spMkLst>
            <pc:docMk/>
            <pc:sldMk cId="1751694289" sldId="341"/>
            <ac:spMk id="24" creationId="{D5A56255-4961-41E1-887B-7319F23C909E}"/>
          </ac:spMkLst>
        </pc:spChg>
        <pc:graphicFrameChg chg="add modGraphic">
          <ac:chgData name="Feldman, Stephen" userId="a3e9663f-ff0d-4535-bfbd-577a4897c200" providerId="ADAL" clId="{63E22959-90AB-4DF7-8718-94FE5D201789}" dt="2025-11-02T22:07:25.720" v="14266" actId="20577"/>
          <ac:graphicFrameMkLst>
            <pc:docMk/>
            <pc:sldMk cId="1751694289" sldId="341"/>
            <ac:graphicFrameMk id="28" creationId="{EE5B2713-D2BA-A3C8-81C6-FF5CF8CD6824}"/>
          </ac:graphicFrameMkLst>
        </pc:graphicFrameChg>
      </pc:sldChg>
      <pc:sldMasterChg chg="delSldLayout">
        <pc:chgData name="Feldman, Stephen" userId="a3e9663f-ff0d-4535-bfbd-577a4897c200" providerId="ADAL" clId="{63E22959-90AB-4DF7-8718-94FE5D201789}" dt="2025-11-02T22:08:56.137" v="14273" actId="47"/>
        <pc:sldMasterMkLst>
          <pc:docMk/>
          <pc:sldMasterMk cId="437018234" sldId="2147483686"/>
        </pc:sldMasterMkLst>
        <pc:sldLayoutChg chg="del">
          <pc:chgData name="Feldman, Stephen" userId="a3e9663f-ff0d-4535-bfbd-577a4897c200" providerId="ADAL" clId="{63E22959-90AB-4DF7-8718-94FE5D201789}" dt="2025-11-02T22:08:49.574" v="14268" actId="47"/>
          <pc:sldLayoutMkLst>
            <pc:docMk/>
            <pc:sldMasterMk cId="437018234" sldId="2147483686"/>
            <pc:sldLayoutMk cId="660088286" sldId="2147483701"/>
          </pc:sldLayoutMkLst>
        </pc:sldLayoutChg>
        <pc:sldLayoutChg chg="del">
          <pc:chgData name="Feldman, Stephen" userId="a3e9663f-ff0d-4535-bfbd-577a4897c200" providerId="ADAL" clId="{63E22959-90AB-4DF7-8718-94FE5D201789}" dt="2025-11-02T22:08:50.745" v="14269" actId="47"/>
          <pc:sldLayoutMkLst>
            <pc:docMk/>
            <pc:sldMasterMk cId="437018234" sldId="2147483686"/>
            <pc:sldLayoutMk cId="1941792988" sldId="2147483703"/>
          </pc:sldLayoutMkLst>
        </pc:sldLayoutChg>
        <pc:sldLayoutChg chg="del">
          <pc:chgData name="Feldman, Stephen" userId="a3e9663f-ff0d-4535-bfbd-577a4897c200" providerId="ADAL" clId="{63E22959-90AB-4DF7-8718-94FE5D201789}" dt="2025-11-02T22:08:54.147" v="14271" actId="47"/>
          <pc:sldLayoutMkLst>
            <pc:docMk/>
            <pc:sldMasterMk cId="437018234" sldId="2147483686"/>
            <pc:sldLayoutMk cId="717019846" sldId="2147483705"/>
          </pc:sldLayoutMkLst>
        </pc:sldLayoutChg>
        <pc:sldLayoutChg chg="del">
          <pc:chgData name="Feldman, Stephen" userId="a3e9663f-ff0d-4535-bfbd-577a4897c200" providerId="ADAL" clId="{63E22959-90AB-4DF7-8718-94FE5D201789}" dt="2025-11-02T22:08:55.305" v="14272" actId="47"/>
          <pc:sldLayoutMkLst>
            <pc:docMk/>
            <pc:sldMasterMk cId="437018234" sldId="2147483686"/>
            <pc:sldLayoutMk cId="2797294138" sldId="2147483706"/>
          </pc:sldLayoutMkLst>
        </pc:sldLayoutChg>
        <pc:sldLayoutChg chg="del">
          <pc:chgData name="Feldman, Stephen" userId="a3e9663f-ff0d-4535-bfbd-577a4897c200" providerId="ADAL" clId="{63E22959-90AB-4DF7-8718-94FE5D201789}" dt="2025-11-02T22:08:56.137" v="14273" actId="47"/>
          <pc:sldLayoutMkLst>
            <pc:docMk/>
            <pc:sldMasterMk cId="437018234" sldId="2147483686"/>
            <pc:sldLayoutMk cId="1590046311" sldId="2147483708"/>
          </pc:sldLayoutMkLst>
        </pc:sldLayoutChg>
      </pc:sldMasterChg>
    </pc:docChg>
  </pc:docChgLst>
  <pc:docChgLst>
    <pc:chgData name="Bailey, James" userId="S::bailej6@rpi.edu::0f085830-6201-4a72-b6a4-80d700610d97" providerId="AD" clId="Web-{9AF42F1E-7607-5769-0757-52CEDE747F2E}"/>
    <pc:docChg chg="modSld">
      <pc:chgData name="Bailey, James" userId="S::bailej6@rpi.edu::0f085830-6201-4a72-b6a4-80d700610d97" providerId="AD" clId="Web-{9AF42F1E-7607-5769-0757-52CEDE747F2E}" dt="2025-10-16T22:40:09.420" v="30" actId="20577"/>
      <pc:docMkLst>
        <pc:docMk/>
      </pc:docMkLst>
      <pc:sldChg chg="modSp">
        <pc:chgData name="Bailey, James" userId="S::bailej6@rpi.edu::0f085830-6201-4a72-b6a4-80d700610d97" providerId="AD" clId="Web-{9AF42F1E-7607-5769-0757-52CEDE747F2E}" dt="2025-10-16T22:40:09.420" v="30" actId="20577"/>
        <pc:sldMkLst>
          <pc:docMk/>
          <pc:sldMk cId="2323907241" sldId="315"/>
        </pc:sldMkLst>
        <pc:spChg chg="mod">
          <ac:chgData name="Bailey, James" userId="S::bailej6@rpi.edu::0f085830-6201-4a72-b6a4-80d700610d97" providerId="AD" clId="Web-{9AF42F1E-7607-5769-0757-52CEDE747F2E}" dt="2025-10-16T22:40:09.420" v="30" actId="20577"/>
          <ac:spMkLst>
            <pc:docMk/>
            <pc:sldMk cId="2323907241" sldId="315"/>
            <ac:spMk id="7" creationId="{0814B6A3-5F3E-4909-8ED5-87FE82492264}"/>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644E4D-8EFC-481C-95D2-00CCB1A0B442}"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30840E72-6A2B-47C3-AE14-2445B985927A}">
      <dgm:prSet/>
      <dgm:spPr/>
      <dgm:t>
        <a:bodyPr/>
        <a:lstStyle/>
        <a:p>
          <a:r>
            <a:rPr lang="en-US" b="0" baseline="0"/>
            <a:t>Limitations: </a:t>
          </a:r>
          <a:endParaRPr lang="en-US"/>
        </a:p>
      </dgm:t>
    </dgm:pt>
    <dgm:pt modelId="{2B6177B0-A0F6-4172-9C73-194246440C55}" type="parTrans" cxnId="{1A13622D-E380-4DC8-AB96-0A6000E42D0D}">
      <dgm:prSet/>
      <dgm:spPr/>
      <dgm:t>
        <a:bodyPr/>
        <a:lstStyle/>
        <a:p>
          <a:endParaRPr lang="en-US"/>
        </a:p>
      </dgm:t>
    </dgm:pt>
    <dgm:pt modelId="{989DE773-331F-47F9-B1C9-CDC394D377A8}" type="sibTrans" cxnId="{1A13622D-E380-4DC8-AB96-0A6000E42D0D}">
      <dgm:prSet/>
      <dgm:spPr/>
      <dgm:t>
        <a:bodyPr/>
        <a:lstStyle/>
        <a:p>
          <a:endParaRPr lang="en-US"/>
        </a:p>
      </dgm:t>
    </dgm:pt>
    <dgm:pt modelId="{3622ED2B-88B8-4950-BBE0-EF47EA9DBDE5}">
      <dgm:prSet/>
      <dgm:spPr/>
      <dgm:t>
        <a:bodyPr/>
        <a:lstStyle/>
        <a:p>
          <a:r>
            <a:rPr lang="en-US" b="0" baseline="0"/>
            <a:t>The training data used for GART is exclusively from the XML100 dataset</a:t>
          </a:r>
          <a:endParaRPr lang="en-US"/>
        </a:p>
      </dgm:t>
    </dgm:pt>
    <dgm:pt modelId="{A9B3CE81-0C56-4021-BB4C-B30FC2432431}" type="parTrans" cxnId="{62C1CCF8-DD63-48D9-BA77-540175C881D7}">
      <dgm:prSet/>
      <dgm:spPr/>
      <dgm:t>
        <a:bodyPr/>
        <a:lstStyle/>
        <a:p>
          <a:endParaRPr lang="en-US"/>
        </a:p>
      </dgm:t>
    </dgm:pt>
    <dgm:pt modelId="{7A714313-CE74-47F2-813F-CD828C0CEC76}" type="sibTrans" cxnId="{62C1CCF8-DD63-48D9-BA77-540175C881D7}">
      <dgm:prSet/>
      <dgm:spPr/>
      <dgm:t>
        <a:bodyPr/>
        <a:lstStyle/>
        <a:p>
          <a:endParaRPr lang="en-US"/>
        </a:p>
      </dgm:t>
    </dgm:pt>
    <dgm:pt modelId="{2EFDF95A-5471-484A-8272-C631ABD6881A}">
      <dgm:prSet/>
      <dgm:spPr/>
      <dgm:t>
        <a:bodyPr/>
        <a:lstStyle/>
        <a:p>
          <a:r>
            <a:rPr lang="en-US" b="0" baseline="0"/>
            <a:t>Multi-Campaign Search is coded in python and not optimized for efficiency</a:t>
          </a:r>
          <a:endParaRPr lang="en-US"/>
        </a:p>
      </dgm:t>
    </dgm:pt>
    <dgm:pt modelId="{161F7635-DCF0-41F5-97BF-5F12CC1F659A}" type="parTrans" cxnId="{605DDF5C-C066-41C8-9A78-E342FA02CE0B}">
      <dgm:prSet/>
      <dgm:spPr/>
      <dgm:t>
        <a:bodyPr/>
        <a:lstStyle/>
        <a:p>
          <a:endParaRPr lang="en-US"/>
        </a:p>
      </dgm:t>
    </dgm:pt>
    <dgm:pt modelId="{6D6FB5BE-413A-441F-A8A3-9DE70430D0C6}" type="sibTrans" cxnId="{605DDF5C-C066-41C8-9A78-E342FA02CE0B}">
      <dgm:prSet/>
      <dgm:spPr/>
      <dgm:t>
        <a:bodyPr/>
        <a:lstStyle/>
        <a:p>
          <a:endParaRPr lang="en-US"/>
        </a:p>
      </dgm:t>
    </dgm:pt>
    <dgm:pt modelId="{D3DD6FAD-E067-48EC-9075-A877E5E61193}">
      <dgm:prSet/>
      <dgm:spPr/>
      <dgm:t>
        <a:bodyPr/>
        <a:lstStyle/>
        <a:p>
          <a:r>
            <a:rPr lang="en-US" b="0" baseline="0"/>
            <a:t>Future Research:</a:t>
          </a:r>
          <a:endParaRPr lang="en-US"/>
        </a:p>
      </dgm:t>
    </dgm:pt>
    <dgm:pt modelId="{BC9E75B2-59B3-433B-B6C7-B695851F0F46}" type="parTrans" cxnId="{8358B9A6-0A9C-4730-B49F-1E033F6B13F5}">
      <dgm:prSet/>
      <dgm:spPr/>
      <dgm:t>
        <a:bodyPr/>
        <a:lstStyle/>
        <a:p>
          <a:endParaRPr lang="en-US"/>
        </a:p>
      </dgm:t>
    </dgm:pt>
    <dgm:pt modelId="{7A0EEDCA-B9BB-4F3D-9BC0-DCF5E4404FB3}" type="sibTrans" cxnId="{8358B9A6-0A9C-4730-B49F-1E033F6B13F5}">
      <dgm:prSet/>
      <dgm:spPr/>
      <dgm:t>
        <a:bodyPr/>
        <a:lstStyle/>
        <a:p>
          <a:endParaRPr lang="en-US"/>
        </a:p>
      </dgm:t>
    </dgm:pt>
    <dgm:pt modelId="{CAB7AF7C-8DCE-49DB-B790-B862CDC7A476}">
      <dgm:prSet/>
      <dgm:spPr/>
      <dgm:t>
        <a:bodyPr/>
        <a:lstStyle/>
        <a:p>
          <a:r>
            <a:rPr lang="en-US" b="0" baseline="0"/>
            <a:t>Multi-dimensional/advanced training set for GART</a:t>
          </a:r>
          <a:endParaRPr lang="en-US"/>
        </a:p>
      </dgm:t>
    </dgm:pt>
    <dgm:pt modelId="{0BA8DEEC-2BE7-45AB-AA12-187F09951845}" type="parTrans" cxnId="{BCDD5945-8700-4230-969D-F022E1B9BE83}">
      <dgm:prSet/>
      <dgm:spPr/>
      <dgm:t>
        <a:bodyPr/>
        <a:lstStyle/>
        <a:p>
          <a:endParaRPr lang="en-US"/>
        </a:p>
      </dgm:t>
    </dgm:pt>
    <dgm:pt modelId="{0D3B8476-B115-4FF0-A52D-B46D49A2CC4D}" type="sibTrans" cxnId="{BCDD5945-8700-4230-969D-F022E1B9BE83}">
      <dgm:prSet/>
      <dgm:spPr/>
      <dgm:t>
        <a:bodyPr/>
        <a:lstStyle/>
        <a:p>
          <a:endParaRPr lang="en-US"/>
        </a:p>
      </dgm:t>
    </dgm:pt>
    <dgm:pt modelId="{67A9733F-4EE3-498C-8A52-3406BFF77B8D}">
      <dgm:prSet/>
      <dgm:spPr/>
      <dgm:t>
        <a:bodyPr/>
        <a:lstStyle/>
        <a:p>
          <a:r>
            <a:rPr lang="en-US" b="0" baseline="0"/>
            <a:t>New features and refined selection of current features for GART</a:t>
          </a:r>
          <a:endParaRPr lang="en-US"/>
        </a:p>
      </dgm:t>
    </dgm:pt>
    <dgm:pt modelId="{D02C6E2E-98CF-4034-856B-FB21EDAA7371}" type="parTrans" cxnId="{07FD8291-A03D-42BD-A206-6AF459189C14}">
      <dgm:prSet/>
      <dgm:spPr/>
      <dgm:t>
        <a:bodyPr/>
        <a:lstStyle/>
        <a:p>
          <a:endParaRPr lang="en-US"/>
        </a:p>
      </dgm:t>
    </dgm:pt>
    <dgm:pt modelId="{C04F094E-7EEE-4906-B23E-D06A1409684B}" type="sibTrans" cxnId="{07FD8291-A03D-42BD-A206-6AF459189C14}">
      <dgm:prSet/>
      <dgm:spPr/>
      <dgm:t>
        <a:bodyPr/>
        <a:lstStyle/>
        <a:p>
          <a:endParaRPr lang="en-US"/>
        </a:p>
      </dgm:t>
    </dgm:pt>
    <dgm:pt modelId="{320F957F-84C6-4274-BDF0-2704FB77DB20}">
      <dgm:prSet/>
      <dgm:spPr/>
      <dgm:t>
        <a:bodyPr/>
        <a:lstStyle/>
        <a:p>
          <a:r>
            <a:rPr lang="en-US" b="0" baseline="0"/>
            <a:t>Further optimization of Multi-Campaign Search</a:t>
          </a:r>
          <a:endParaRPr lang="en-US"/>
        </a:p>
      </dgm:t>
    </dgm:pt>
    <dgm:pt modelId="{073C3F48-0D5B-45FF-A852-B42019643F3E}" type="parTrans" cxnId="{DFEE910D-B1EC-4970-B785-D102C40FD5C6}">
      <dgm:prSet/>
      <dgm:spPr/>
      <dgm:t>
        <a:bodyPr/>
        <a:lstStyle/>
        <a:p>
          <a:endParaRPr lang="en-US"/>
        </a:p>
      </dgm:t>
    </dgm:pt>
    <dgm:pt modelId="{27BB1032-D786-48A2-8A4A-D83A8F57D7CC}" type="sibTrans" cxnId="{DFEE910D-B1EC-4970-B785-D102C40FD5C6}">
      <dgm:prSet/>
      <dgm:spPr/>
      <dgm:t>
        <a:bodyPr/>
        <a:lstStyle/>
        <a:p>
          <a:endParaRPr lang="en-US"/>
        </a:p>
      </dgm:t>
    </dgm:pt>
    <dgm:pt modelId="{BA0E1D4C-A80F-4AAB-9733-BDBA44281C24}">
      <dgm:prSet/>
      <dgm:spPr/>
      <dgm:t>
        <a:bodyPr/>
        <a:lstStyle/>
        <a:p>
          <a:r>
            <a:rPr lang="en-US" b="0" baseline="0"/>
            <a:t>Integration with exact solvers and existing heuristics to improve the initial solution quality and to price branches</a:t>
          </a:r>
          <a:endParaRPr lang="en-US"/>
        </a:p>
      </dgm:t>
    </dgm:pt>
    <dgm:pt modelId="{DB3C4806-698C-40BC-9C87-A01BF297DE59}" type="parTrans" cxnId="{DCF0B73D-A8F9-44B6-A30D-EDDAAE1DF48A}">
      <dgm:prSet/>
      <dgm:spPr/>
      <dgm:t>
        <a:bodyPr/>
        <a:lstStyle/>
        <a:p>
          <a:endParaRPr lang="en-US"/>
        </a:p>
      </dgm:t>
    </dgm:pt>
    <dgm:pt modelId="{4CA57C8A-32AE-4184-85B4-62518A3963A7}" type="sibTrans" cxnId="{DCF0B73D-A8F9-44B6-A30D-EDDAAE1DF48A}">
      <dgm:prSet/>
      <dgm:spPr/>
      <dgm:t>
        <a:bodyPr/>
        <a:lstStyle/>
        <a:p>
          <a:endParaRPr lang="en-US"/>
        </a:p>
      </dgm:t>
    </dgm:pt>
    <dgm:pt modelId="{0F819637-73A3-4696-8D2A-9F766CA9B37A}" type="pres">
      <dgm:prSet presAssocID="{92644E4D-8EFC-481C-95D2-00CCB1A0B442}" presName="linear" presStyleCnt="0">
        <dgm:presLayoutVars>
          <dgm:animLvl val="lvl"/>
          <dgm:resizeHandles val="exact"/>
        </dgm:presLayoutVars>
      </dgm:prSet>
      <dgm:spPr/>
    </dgm:pt>
    <dgm:pt modelId="{4F7DAE7B-CBDD-4791-9A52-D95622D3A211}" type="pres">
      <dgm:prSet presAssocID="{30840E72-6A2B-47C3-AE14-2445B985927A}" presName="parentText" presStyleLbl="node1" presStyleIdx="0" presStyleCnt="2">
        <dgm:presLayoutVars>
          <dgm:chMax val="0"/>
          <dgm:bulletEnabled val="1"/>
        </dgm:presLayoutVars>
      </dgm:prSet>
      <dgm:spPr/>
    </dgm:pt>
    <dgm:pt modelId="{08310EC2-6DCC-49C2-BF0F-AA01F86A459A}" type="pres">
      <dgm:prSet presAssocID="{30840E72-6A2B-47C3-AE14-2445B985927A}" presName="childText" presStyleLbl="revTx" presStyleIdx="0" presStyleCnt="2">
        <dgm:presLayoutVars>
          <dgm:bulletEnabled val="1"/>
        </dgm:presLayoutVars>
      </dgm:prSet>
      <dgm:spPr/>
    </dgm:pt>
    <dgm:pt modelId="{9F744849-47CE-4911-B778-1CAC65264EDF}" type="pres">
      <dgm:prSet presAssocID="{D3DD6FAD-E067-48EC-9075-A877E5E61193}" presName="parentText" presStyleLbl="node1" presStyleIdx="1" presStyleCnt="2">
        <dgm:presLayoutVars>
          <dgm:chMax val="0"/>
          <dgm:bulletEnabled val="1"/>
        </dgm:presLayoutVars>
      </dgm:prSet>
      <dgm:spPr/>
    </dgm:pt>
    <dgm:pt modelId="{1BE27CED-A441-4538-A6F1-1604FEB88AA3}" type="pres">
      <dgm:prSet presAssocID="{D3DD6FAD-E067-48EC-9075-A877E5E61193}" presName="childText" presStyleLbl="revTx" presStyleIdx="1" presStyleCnt="2">
        <dgm:presLayoutVars>
          <dgm:bulletEnabled val="1"/>
        </dgm:presLayoutVars>
      </dgm:prSet>
      <dgm:spPr/>
    </dgm:pt>
  </dgm:ptLst>
  <dgm:cxnLst>
    <dgm:cxn modelId="{DFEE910D-B1EC-4970-B785-D102C40FD5C6}" srcId="{D3DD6FAD-E067-48EC-9075-A877E5E61193}" destId="{320F957F-84C6-4274-BDF0-2704FB77DB20}" srcOrd="2" destOrd="0" parTransId="{073C3F48-0D5B-45FF-A852-B42019643F3E}" sibTransId="{27BB1032-D786-48A2-8A4A-D83A8F57D7CC}"/>
    <dgm:cxn modelId="{1A13622D-E380-4DC8-AB96-0A6000E42D0D}" srcId="{92644E4D-8EFC-481C-95D2-00CCB1A0B442}" destId="{30840E72-6A2B-47C3-AE14-2445B985927A}" srcOrd="0" destOrd="0" parTransId="{2B6177B0-A0F6-4172-9C73-194246440C55}" sibTransId="{989DE773-331F-47F9-B1C9-CDC394D377A8}"/>
    <dgm:cxn modelId="{7FFBFA31-06E8-41B5-B686-D461CEB09867}" type="presOf" srcId="{D3DD6FAD-E067-48EC-9075-A877E5E61193}" destId="{9F744849-47CE-4911-B778-1CAC65264EDF}" srcOrd="0" destOrd="0" presId="urn:microsoft.com/office/officeart/2005/8/layout/vList2"/>
    <dgm:cxn modelId="{83AF9134-A989-4297-A58B-224B2DD97342}" type="presOf" srcId="{CAB7AF7C-8DCE-49DB-B790-B862CDC7A476}" destId="{1BE27CED-A441-4538-A6F1-1604FEB88AA3}" srcOrd="0" destOrd="0" presId="urn:microsoft.com/office/officeart/2005/8/layout/vList2"/>
    <dgm:cxn modelId="{FF7E9738-5016-4E1E-895F-E8A243880521}" type="presOf" srcId="{2EFDF95A-5471-484A-8272-C631ABD6881A}" destId="{08310EC2-6DCC-49C2-BF0F-AA01F86A459A}" srcOrd="0" destOrd="1" presId="urn:microsoft.com/office/officeart/2005/8/layout/vList2"/>
    <dgm:cxn modelId="{BAABD63A-BAC4-48AA-A006-C29514D5E838}" type="presOf" srcId="{320F957F-84C6-4274-BDF0-2704FB77DB20}" destId="{1BE27CED-A441-4538-A6F1-1604FEB88AA3}" srcOrd="0" destOrd="2" presId="urn:microsoft.com/office/officeart/2005/8/layout/vList2"/>
    <dgm:cxn modelId="{DCF0B73D-A8F9-44B6-A30D-EDDAAE1DF48A}" srcId="{D3DD6FAD-E067-48EC-9075-A877E5E61193}" destId="{BA0E1D4C-A80F-4AAB-9733-BDBA44281C24}" srcOrd="3" destOrd="0" parTransId="{DB3C4806-698C-40BC-9C87-A01BF297DE59}" sibTransId="{4CA57C8A-32AE-4184-85B4-62518A3963A7}"/>
    <dgm:cxn modelId="{AB95943E-6F46-4F63-9378-A1E2CC328E45}" type="presOf" srcId="{BA0E1D4C-A80F-4AAB-9733-BDBA44281C24}" destId="{1BE27CED-A441-4538-A6F1-1604FEB88AA3}" srcOrd="0" destOrd="3" presId="urn:microsoft.com/office/officeart/2005/8/layout/vList2"/>
    <dgm:cxn modelId="{F72CEA40-DEC0-4642-8994-E170BFA52848}" type="presOf" srcId="{30840E72-6A2B-47C3-AE14-2445B985927A}" destId="{4F7DAE7B-CBDD-4791-9A52-D95622D3A211}" srcOrd="0" destOrd="0" presId="urn:microsoft.com/office/officeart/2005/8/layout/vList2"/>
    <dgm:cxn modelId="{605DDF5C-C066-41C8-9A78-E342FA02CE0B}" srcId="{30840E72-6A2B-47C3-AE14-2445B985927A}" destId="{2EFDF95A-5471-484A-8272-C631ABD6881A}" srcOrd="1" destOrd="0" parTransId="{161F7635-DCF0-41F5-97BF-5F12CC1F659A}" sibTransId="{6D6FB5BE-413A-441F-A8A3-9DE70430D0C6}"/>
    <dgm:cxn modelId="{BCDD5945-8700-4230-969D-F022E1B9BE83}" srcId="{D3DD6FAD-E067-48EC-9075-A877E5E61193}" destId="{CAB7AF7C-8DCE-49DB-B790-B862CDC7A476}" srcOrd="0" destOrd="0" parTransId="{0BA8DEEC-2BE7-45AB-AA12-187F09951845}" sibTransId="{0D3B8476-B115-4FF0-A52D-B46D49A2CC4D}"/>
    <dgm:cxn modelId="{FD2B5272-DC09-4DEE-9E76-AEECCFA605D9}" type="presOf" srcId="{3622ED2B-88B8-4950-BBE0-EF47EA9DBDE5}" destId="{08310EC2-6DCC-49C2-BF0F-AA01F86A459A}" srcOrd="0" destOrd="0" presId="urn:microsoft.com/office/officeart/2005/8/layout/vList2"/>
    <dgm:cxn modelId="{07FD8291-A03D-42BD-A206-6AF459189C14}" srcId="{D3DD6FAD-E067-48EC-9075-A877E5E61193}" destId="{67A9733F-4EE3-498C-8A52-3406BFF77B8D}" srcOrd="1" destOrd="0" parTransId="{D02C6E2E-98CF-4034-856B-FB21EDAA7371}" sibTransId="{C04F094E-7EEE-4906-B23E-D06A1409684B}"/>
    <dgm:cxn modelId="{8358B9A6-0A9C-4730-B49F-1E033F6B13F5}" srcId="{92644E4D-8EFC-481C-95D2-00CCB1A0B442}" destId="{D3DD6FAD-E067-48EC-9075-A877E5E61193}" srcOrd="1" destOrd="0" parTransId="{BC9E75B2-59B3-433B-B6C7-B695851F0F46}" sibTransId="{7A0EEDCA-B9BB-4F3D-9BC0-DCF5E4404FB3}"/>
    <dgm:cxn modelId="{504ED6CA-16E4-478D-BCA3-CB05AA01DFB4}" type="presOf" srcId="{92644E4D-8EFC-481C-95D2-00CCB1A0B442}" destId="{0F819637-73A3-4696-8D2A-9F766CA9B37A}" srcOrd="0" destOrd="0" presId="urn:microsoft.com/office/officeart/2005/8/layout/vList2"/>
    <dgm:cxn modelId="{E51A39D0-9699-4CFC-BFC6-A91FF38437AD}" type="presOf" srcId="{67A9733F-4EE3-498C-8A52-3406BFF77B8D}" destId="{1BE27CED-A441-4538-A6F1-1604FEB88AA3}" srcOrd="0" destOrd="1" presId="urn:microsoft.com/office/officeart/2005/8/layout/vList2"/>
    <dgm:cxn modelId="{62C1CCF8-DD63-48D9-BA77-540175C881D7}" srcId="{30840E72-6A2B-47C3-AE14-2445B985927A}" destId="{3622ED2B-88B8-4950-BBE0-EF47EA9DBDE5}" srcOrd="0" destOrd="0" parTransId="{A9B3CE81-0C56-4021-BB4C-B30FC2432431}" sibTransId="{7A714313-CE74-47F2-813F-CD828C0CEC76}"/>
    <dgm:cxn modelId="{9BA6781A-0A24-47CC-88C6-D36D21DE40FF}" type="presParOf" srcId="{0F819637-73A3-4696-8D2A-9F766CA9B37A}" destId="{4F7DAE7B-CBDD-4791-9A52-D95622D3A211}" srcOrd="0" destOrd="0" presId="urn:microsoft.com/office/officeart/2005/8/layout/vList2"/>
    <dgm:cxn modelId="{631650DD-425B-46F8-BA38-65E398C35107}" type="presParOf" srcId="{0F819637-73A3-4696-8D2A-9F766CA9B37A}" destId="{08310EC2-6DCC-49C2-BF0F-AA01F86A459A}" srcOrd="1" destOrd="0" presId="urn:microsoft.com/office/officeart/2005/8/layout/vList2"/>
    <dgm:cxn modelId="{A2991C56-51FE-4302-A545-98130D6834A1}" type="presParOf" srcId="{0F819637-73A3-4696-8D2A-9F766CA9B37A}" destId="{9F744849-47CE-4911-B778-1CAC65264EDF}" srcOrd="2" destOrd="0" presId="urn:microsoft.com/office/officeart/2005/8/layout/vList2"/>
    <dgm:cxn modelId="{F1923DA6-5B4C-4D69-967B-CC48074E3852}" type="presParOf" srcId="{0F819637-73A3-4696-8D2A-9F766CA9B37A}" destId="{1BE27CED-A441-4538-A6F1-1604FEB88AA3}" srcOrd="3"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7DAE7B-CBDD-4791-9A52-D95622D3A211}">
      <dsp:nvSpPr>
        <dsp:cNvPr id="0" name=""/>
        <dsp:cNvSpPr/>
      </dsp:nvSpPr>
      <dsp:spPr>
        <a:xfrm>
          <a:off x="0" y="28102"/>
          <a:ext cx="5373291" cy="4750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0" kern="1200" baseline="0"/>
            <a:t>Limitations: </a:t>
          </a:r>
          <a:endParaRPr lang="en-US" sz="1400" kern="1200"/>
        </a:p>
      </dsp:txBody>
      <dsp:txXfrm>
        <a:off x="23189" y="51291"/>
        <a:ext cx="5326913" cy="428642"/>
      </dsp:txXfrm>
    </dsp:sp>
    <dsp:sp modelId="{08310EC2-6DCC-49C2-BF0F-AA01F86A459A}">
      <dsp:nvSpPr>
        <dsp:cNvPr id="0" name=""/>
        <dsp:cNvSpPr/>
      </dsp:nvSpPr>
      <dsp:spPr>
        <a:xfrm>
          <a:off x="0" y="503122"/>
          <a:ext cx="5373291" cy="8404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02" tIns="17780" rIns="99568" bIns="17780" numCol="1" spcCol="1270" anchor="t" anchorCtr="0">
          <a:noAutofit/>
        </a:bodyPr>
        <a:lstStyle/>
        <a:p>
          <a:pPr marL="57150" lvl="1" indent="-57150" algn="l" defTabSz="488950">
            <a:lnSpc>
              <a:spcPct val="90000"/>
            </a:lnSpc>
            <a:spcBef>
              <a:spcPct val="0"/>
            </a:spcBef>
            <a:spcAft>
              <a:spcPct val="20000"/>
            </a:spcAft>
            <a:buChar char="•"/>
          </a:pPr>
          <a:r>
            <a:rPr lang="en-US" sz="1100" b="0" kern="1200" baseline="0"/>
            <a:t>The training data used for GART is exclusively from the XML100 dataset</a:t>
          </a:r>
          <a:endParaRPr lang="en-US" sz="1100" kern="1200"/>
        </a:p>
        <a:p>
          <a:pPr marL="57150" lvl="1" indent="-57150" algn="l" defTabSz="488950">
            <a:lnSpc>
              <a:spcPct val="90000"/>
            </a:lnSpc>
            <a:spcBef>
              <a:spcPct val="0"/>
            </a:spcBef>
            <a:spcAft>
              <a:spcPct val="20000"/>
            </a:spcAft>
            <a:buChar char="•"/>
          </a:pPr>
          <a:r>
            <a:rPr lang="en-US" sz="1100" b="0" kern="1200" baseline="0"/>
            <a:t>Multi-Campaign Search is coded in python and not optimized for efficiency</a:t>
          </a:r>
          <a:endParaRPr lang="en-US" sz="1100" kern="1200"/>
        </a:p>
      </dsp:txBody>
      <dsp:txXfrm>
        <a:off x="0" y="503122"/>
        <a:ext cx="5373291" cy="840420"/>
      </dsp:txXfrm>
    </dsp:sp>
    <dsp:sp modelId="{9F744849-47CE-4911-B778-1CAC65264EDF}">
      <dsp:nvSpPr>
        <dsp:cNvPr id="0" name=""/>
        <dsp:cNvSpPr/>
      </dsp:nvSpPr>
      <dsp:spPr>
        <a:xfrm>
          <a:off x="0" y="1343542"/>
          <a:ext cx="5373291" cy="4750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0" kern="1200" baseline="0"/>
            <a:t>Future Research:</a:t>
          </a:r>
          <a:endParaRPr lang="en-US" sz="1400" kern="1200"/>
        </a:p>
      </dsp:txBody>
      <dsp:txXfrm>
        <a:off x="23189" y="1366731"/>
        <a:ext cx="5326913" cy="428642"/>
      </dsp:txXfrm>
    </dsp:sp>
    <dsp:sp modelId="{1BE27CED-A441-4538-A6F1-1604FEB88AA3}">
      <dsp:nvSpPr>
        <dsp:cNvPr id="0" name=""/>
        <dsp:cNvSpPr/>
      </dsp:nvSpPr>
      <dsp:spPr>
        <a:xfrm>
          <a:off x="0" y="1818562"/>
          <a:ext cx="5373291" cy="1449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02" tIns="17780" rIns="99568" bIns="17780" numCol="1" spcCol="1270" anchor="t" anchorCtr="0">
          <a:noAutofit/>
        </a:bodyPr>
        <a:lstStyle/>
        <a:p>
          <a:pPr marL="57150" lvl="1" indent="-57150" algn="l" defTabSz="488950">
            <a:lnSpc>
              <a:spcPct val="90000"/>
            </a:lnSpc>
            <a:spcBef>
              <a:spcPct val="0"/>
            </a:spcBef>
            <a:spcAft>
              <a:spcPct val="20000"/>
            </a:spcAft>
            <a:buChar char="•"/>
          </a:pPr>
          <a:r>
            <a:rPr lang="en-US" sz="1100" b="0" kern="1200" baseline="0"/>
            <a:t>Multi-dimensional/advanced training set for GART</a:t>
          </a:r>
          <a:endParaRPr lang="en-US" sz="1100" kern="1200"/>
        </a:p>
        <a:p>
          <a:pPr marL="57150" lvl="1" indent="-57150" algn="l" defTabSz="488950">
            <a:lnSpc>
              <a:spcPct val="90000"/>
            </a:lnSpc>
            <a:spcBef>
              <a:spcPct val="0"/>
            </a:spcBef>
            <a:spcAft>
              <a:spcPct val="20000"/>
            </a:spcAft>
            <a:buChar char="•"/>
          </a:pPr>
          <a:r>
            <a:rPr lang="en-US" sz="1100" b="0" kern="1200" baseline="0"/>
            <a:t>New features and refined selection of current features for GART</a:t>
          </a:r>
          <a:endParaRPr lang="en-US" sz="1100" kern="1200"/>
        </a:p>
        <a:p>
          <a:pPr marL="57150" lvl="1" indent="-57150" algn="l" defTabSz="488950">
            <a:lnSpc>
              <a:spcPct val="90000"/>
            </a:lnSpc>
            <a:spcBef>
              <a:spcPct val="0"/>
            </a:spcBef>
            <a:spcAft>
              <a:spcPct val="20000"/>
            </a:spcAft>
            <a:buChar char="•"/>
          </a:pPr>
          <a:r>
            <a:rPr lang="en-US" sz="1100" b="0" kern="1200" baseline="0"/>
            <a:t>Further optimization of Multi-Campaign Search</a:t>
          </a:r>
          <a:endParaRPr lang="en-US" sz="1100" kern="1200"/>
        </a:p>
        <a:p>
          <a:pPr marL="57150" lvl="1" indent="-57150" algn="l" defTabSz="488950">
            <a:lnSpc>
              <a:spcPct val="90000"/>
            </a:lnSpc>
            <a:spcBef>
              <a:spcPct val="0"/>
            </a:spcBef>
            <a:spcAft>
              <a:spcPct val="20000"/>
            </a:spcAft>
            <a:buChar char="•"/>
          </a:pPr>
          <a:r>
            <a:rPr lang="en-US" sz="1100" b="0" kern="1200" baseline="0"/>
            <a:t>Integration with exact solvers and existing heuristics to improve the initial solution quality and to price branches</a:t>
          </a:r>
          <a:endParaRPr lang="en-US" sz="1100" kern="1200"/>
        </a:p>
      </dsp:txBody>
      <dsp:txXfrm>
        <a:off x="0" y="1818562"/>
        <a:ext cx="5373291" cy="144900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589D207-BE08-4B33-B5B0-5A5A94C9512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5E58DB9-49DC-495B-A68F-33D105C9065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67A1AC4-3AE8-4F87-AAED-904EC6054702}" type="datetimeFigureOut">
              <a:rPr lang="en-US" smtClean="0"/>
              <a:t>11/2/2025</a:t>
            </a:fld>
            <a:endParaRPr lang="en-US"/>
          </a:p>
        </p:txBody>
      </p:sp>
      <p:sp>
        <p:nvSpPr>
          <p:cNvPr id="4" name="Footer Placeholder 3">
            <a:extLst>
              <a:ext uri="{FF2B5EF4-FFF2-40B4-BE49-F238E27FC236}">
                <a16:creationId xmlns:a16="http://schemas.microsoft.com/office/drawing/2014/main" id="{7F66337E-DAD5-442C-9B8F-E10EB7D972C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EE3BDF2-02BD-4181-AC28-FD56172CC6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AF8A362-CAFC-4987-9A50-47570528395E}" type="slidenum">
              <a:rPr lang="en-US" smtClean="0"/>
              <a:t>‹#›</a:t>
            </a:fld>
            <a:endParaRPr lang="en-US"/>
          </a:p>
        </p:txBody>
      </p:sp>
    </p:spTree>
    <p:extLst>
      <p:ext uri="{BB962C8B-B14F-4D97-AF65-F5344CB8AC3E}">
        <p14:creationId xmlns:p14="http://schemas.microsoft.com/office/powerpoint/2010/main" val="4523749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556653-6123-4FE4-861F-5F9583BF59B0}" type="datetimeFigureOut">
              <a:rPr lang="en-US" smtClean="0"/>
              <a:t>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EB602-95FC-483A-B12D-216A7AD7EA24}" type="slidenum">
              <a:rPr lang="en-US" smtClean="0"/>
              <a:t>‹#›</a:t>
            </a:fld>
            <a:endParaRPr lang="en-US"/>
          </a:p>
        </p:txBody>
      </p:sp>
    </p:spTree>
    <p:extLst>
      <p:ext uri="{BB962C8B-B14F-4D97-AF65-F5344CB8AC3E}">
        <p14:creationId xmlns:p14="http://schemas.microsoft.com/office/powerpoint/2010/main" val="1325843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EB602-95FC-483A-B12D-216A7AD7EA24}" type="slidenum">
              <a:rPr lang="en-US" smtClean="0"/>
              <a:t>1</a:t>
            </a:fld>
            <a:endParaRPr lang="en-US"/>
          </a:p>
        </p:txBody>
      </p:sp>
    </p:spTree>
    <p:extLst>
      <p:ext uri="{BB962C8B-B14F-4D97-AF65-F5344CB8AC3E}">
        <p14:creationId xmlns:p14="http://schemas.microsoft.com/office/powerpoint/2010/main" val="335608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fld id="{F07F282E-55F5-4803-B60F-09BA4600E538}" type="slidenum">
              <a:rPr lang="en-US" smtClean="0"/>
              <a:t>2</a:t>
            </a:fld>
            <a:endParaRPr lang="en-US"/>
          </a:p>
        </p:txBody>
      </p:sp>
    </p:spTree>
    <p:extLst>
      <p:ext uri="{BB962C8B-B14F-4D97-AF65-F5344CB8AC3E}">
        <p14:creationId xmlns:p14="http://schemas.microsoft.com/office/powerpoint/2010/main" val="1727451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EB602-95FC-483A-B12D-216A7AD7EA24}" type="slidenum">
              <a:rPr lang="en-US" smtClean="0"/>
              <a:t>3</a:t>
            </a:fld>
            <a:endParaRPr lang="en-US"/>
          </a:p>
        </p:txBody>
      </p:sp>
    </p:spTree>
    <p:extLst>
      <p:ext uri="{BB962C8B-B14F-4D97-AF65-F5344CB8AC3E}">
        <p14:creationId xmlns:p14="http://schemas.microsoft.com/office/powerpoint/2010/main" val="37438990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228600" indent="-228600">
              <a:buAutoNum type="arabicPeriod"/>
            </a:pPr>
            <a:r>
              <a:rPr lang="en-US"/>
              <a:t>Objective function: minimize net distance traveled</a:t>
            </a:r>
          </a:p>
          <a:p>
            <a:pPr marL="228600" indent="-228600">
              <a:buAutoNum type="arabicPeriod"/>
            </a:pPr>
            <a:r>
              <a:rPr lang="en-US"/>
              <a:t>(2)+(3) Each arc can only be traversed once + each customer is serviced. Degree in = degree out of 1.</a:t>
            </a:r>
          </a:p>
          <a:p>
            <a:pPr marL="228600" indent="-228600">
              <a:buAutoNum type="arabicPeriod"/>
            </a:pPr>
            <a:r>
              <a:rPr lang="en-US"/>
              <a:t>The number of vehicles leaving the depot = (m), and number of vehicles entering depot is equal to (m) (3 and 4)</a:t>
            </a:r>
          </a:p>
          <a:p>
            <a:pPr marL="228600" indent="-228600">
              <a:buAutoNum type="arabicPeriod"/>
            </a:pPr>
            <a:r>
              <a:rPr lang="en-US"/>
              <a:t> Subtour elimination constraints is a route is used then the contribution has increased. (5) this prevents subtours.</a:t>
            </a:r>
          </a:p>
          <a:p>
            <a:pPr marL="228600" indent="-228600">
              <a:buAutoNum type="arabicPeriod"/>
            </a:pPr>
            <a:r>
              <a:rPr lang="en-US"/>
              <a:t>(6) ensures capacity constraints are met.</a:t>
            </a:r>
          </a:p>
          <a:p>
            <a:pPr marL="228600" indent="-228600">
              <a:buAutoNum type="arabicPeriod"/>
            </a:pPr>
            <a:endParaRPr lang="en-US"/>
          </a:p>
        </p:txBody>
      </p:sp>
      <p:sp>
        <p:nvSpPr>
          <p:cNvPr id="4" name="Slide Number Placeholder 3"/>
          <p:cNvSpPr>
            <a:spLocks noGrp="1"/>
          </p:cNvSpPr>
          <p:nvPr>
            <p:ph type="sldNum" sz="quarter" idx="5"/>
          </p:nvPr>
        </p:nvSpPr>
        <p:spPr/>
        <p:txBody>
          <a:bodyPr/>
          <a:lstStyle/>
          <a:p>
            <a:fld id="{54EEB602-95FC-483A-B12D-216A7AD7EA24}" type="slidenum">
              <a:rPr lang="en-US" smtClean="0"/>
              <a:t>6</a:t>
            </a:fld>
            <a:endParaRPr lang="en-US"/>
          </a:p>
        </p:txBody>
      </p:sp>
    </p:spTree>
    <p:extLst>
      <p:ext uri="{BB962C8B-B14F-4D97-AF65-F5344CB8AC3E}">
        <p14:creationId xmlns:p14="http://schemas.microsoft.com/office/powerpoint/2010/main" val="34730484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We propose 2-Stage Formulation for VRP by dividing the problem into an assignment problem and an underlying routing problem. </a:t>
            </a:r>
          </a:p>
          <a:p>
            <a:pPr marL="228600" indent="-228600">
              <a:buAutoNum type="arabicPeriod"/>
            </a:pPr>
            <a:r>
              <a:rPr lang="en-US"/>
              <a:t>Given we assign customers to each vehicle, we create subsets P_k which cover the space of customers without violating capacity. Minimizing the cost of the total assignment is equivalent to minimizing the arc flow formulation given that we solve the underlying routing to optimality. </a:t>
            </a:r>
          </a:p>
          <a:p>
            <a:pPr marL="228600" indent="-228600">
              <a:buAutoNum type="arabicPeriod"/>
            </a:pPr>
            <a:r>
              <a:rPr lang="en-US"/>
              <a:t>In stage 1 we assign customers, ensuring that customers are assigned once and satisfy capacity. </a:t>
            </a:r>
          </a:p>
          <a:p>
            <a:pPr marL="228600" indent="-228600">
              <a:buAutoNum type="arabicPeriod"/>
            </a:pPr>
            <a:r>
              <a:rPr lang="en-US"/>
              <a:t>Stage 2 classic TSP. Denoted by the function T(P)</a:t>
            </a:r>
          </a:p>
          <a:p>
            <a:pPr marL="228600" indent="-228600">
              <a:buAutoNum type="arabicPeriod"/>
            </a:pPr>
            <a:r>
              <a:rPr lang="en-US"/>
              <a:t>We use Miller Tucker Zemlin or (MTZ) subtour elimination constraints. </a:t>
            </a:r>
          </a:p>
          <a:p>
            <a:pPr marL="228600" indent="-228600">
              <a:buAutoNum type="arabicPeriod"/>
            </a:pPr>
            <a:r>
              <a:rPr lang="en-US"/>
              <a:t>Variable double denotes an always increasing sequence, this constraint cannot be satisfied if there is a cycle that includes the depot. </a:t>
            </a:r>
          </a:p>
        </p:txBody>
      </p:sp>
      <p:sp>
        <p:nvSpPr>
          <p:cNvPr id="4" name="Slide Number Placeholder 3"/>
          <p:cNvSpPr>
            <a:spLocks noGrp="1"/>
          </p:cNvSpPr>
          <p:nvPr>
            <p:ph type="sldNum" sz="quarter" idx="5"/>
          </p:nvPr>
        </p:nvSpPr>
        <p:spPr/>
        <p:txBody>
          <a:bodyPr/>
          <a:lstStyle/>
          <a:p>
            <a:fld id="{54EEB602-95FC-483A-B12D-216A7AD7EA24}" type="slidenum">
              <a:rPr lang="en-US" smtClean="0"/>
              <a:t>7</a:t>
            </a:fld>
            <a:endParaRPr lang="en-US"/>
          </a:p>
        </p:txBody>
      </p:sp>
    </p:spTree>
    <p:extLst>
      <p:ext uri="{BB962C8B-B14F-4D97-AF65-F5344CB8AC3E}">
        <p14:creationId xmlns:p14="http://schemas.microsoft.com/office/powerpoint/2010/main" val="970092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Add 2-Stage mathematical formulation to slides. For contribution. </a:t>
            </a:r>
          </a:p>
          <a:p>
            <a:r>
              <a:rPr lang="en-US"/>
              <a:t>Revise images to simplify example. Fewer nodes direct relationship.</a:t>
            </a:r>
          </a:p>
        </p:txBody>
      </p:sp>
      <p:sp>
        <p:nvSpPr>
          <p:cNvPr id="4" name="Slide Number Placeholder 3"/>
          <p:cNvSpPr>
            <a:spLocks noGrp="1"/>
          </p:cNvSpPr>
          <p:nvPr>
            <p:ph type="sldNum" sz="quarter" idx="5"/>
          </p:nvPr>
        </p:nvSpPr>
        <p:spPr/>
        <p:txBody>
          <a:bodyPr/>
          <a:lstStyle/>
          <a:p>
            <a:fld id="{54EEB602-95FC-483A-B12D-216A7AD7EA24}" type="slidenum">
              <a:rPr lang="en-US" smtClean="0"/>
              <a:t>8</a:t>
            </a:fld>
            <a:endParaRPr lang="en-US"/>
          </a:p>
        </p:txBody>
      </p:sp>
    </p:spTree>
    <p:extLst>
      <p:ext uri="{BB962C8B-B14F-4D97-AF65-F5344CB8AC3E}">
        <p14:creationId xmlns:p14="http://schemas.microsoft.com/office/powerpoint/2010/main" val="12535265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EB602-95FC-483A-B12D-216A7AD7EA24}" type="slidenum">
              <a:rPr lang="en-US" smtClean="0"/>
              <a:t>9</a:t>
            </a:fld>
            <a:endParaRPr lang="en-US"/>
          </a:p>
        </p:txBody>
      </p:sp>
    </p:spTree>
    <p:extLst>
      <p:ext uri="{BB962C8B-B14F-4D97-AF65-F5344CB8AC3E}">
        <p14:creationId xmlns:p14="http://schemas.microsoft.com/office/powerpoint/2010/main" val="3031745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Summarize frameworks – weak to clustering etc.</a:t>
            </a:r>
          </a:p>
          <a:p>
            <a:r>
              <a:rPr lang="en-US"/>
              <a:t>Explain that we need a uniform estimator.</a:t>
            </a:r>
          </a:p>
        </p:txBody>
      </p:sp>
      <p:sp>
        <p:nvSpPr>
          <p:cNvPr id="4" name="Slide Number Placeholder 3"/>
          <p:cNvSpPr>
            <a:spLocks noGrp="1"/>
          </p:cNvSpPr>
          <p:nvPr>
            <p:ph type="sldNum" sz="quarter" idx="5"/>
          </p:nvPr>
        </p:nvSpPr>
        <p:spPr/>
        <p:txBody>
          <a:bodyPr/>
          <a:lstStyle/>
          <a:p>
            <a:fld id="{54EEB602-95FC-483A-B12D-216A7AD7EA24}" type="slidenum">
              <a:rPr lang="en-US" smtClean="0"/>
              <a:t>14</a:t>
            </a:fld>
            <a:endParaRPr lang="en-US"/>
          </a:p>
        </p:txBody>
      </p:sp>
    </p:spTree>
    <p:extLst>
      <p:ext uri="{BB962C8B-B14F-4D97-AF65-F5344CB8AC3E}">
        <p14:creationId xmlns:p14="http://schemas.microsoft.com/office/powerpoint/2010/main" val="41683684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Convex Hull Features: Metrics such as area, perimeter, and the ratio of hull vertices to total nodes, which describe the overall spatial footprint and boundary complexity </a:t>
            </a:r>
          </a:p>
          <a:p>
            <a:r>
              <a:rPr lang="en-US"/>
              <a:t>Nearest-Neighbor Statistics: The mean and standard deviation of the distance from each node to its closest neighbor, capturing the degree of local clustering or dispersion </a:t>
            </a:r>
          </a:p>
          <a:p>
            <a:r>
              <a:rPr lang="en-US"/>
              <a:t>PCA-based Anisotropy: The ratio of the eigenvalues from a Principal Component Analysis (PCA) on the node coordinates, which measures the elongation or directional bias of the point set.    </a:t>
            </a:r>
          </a:p>
          <a:p>
            <a:r>
              <a:rPr lang="en-US"/>
              <a:t>MST Topology Features: Statistics on the degree distribution of the MST, such as its mean, maximum, and the fraction of leaf nodes, which encode information about the graph's connectivity \</a:t>
            </a:r>
            <a:r>
              <a:rPr lang="en-US" err="1"/>
              <a:t>citep</a:t>
            </a:r>
            <a:r>
              <a:rPr lang="en-US"/>
              <a:t>{varol2024neural}.   </a:t>
            </a:r>
          </a:p>
          <a:p>
            <a:r>
              <a:rPr lang="en-US"/>
              <a:t>Coordinate and Depot Dispersion: Standard deviations of the coordinates and the average and maximum distance of customers from the depot.</a:t>
            </a:r>
          </a:p>
          <a:p>
            <a:r>
              <a:rPr lang="en-US"/>
              <a:t>\end{itemize}This feature set provides a comprehensive geometric ``fingerprint'' of the customer assignment. </a:t>
            </a:r>
          </a:p>
        </p:txBody>
      </p:sp>
      <p:sp>
        <p:nvSpPr>
          <p:cNvPr id="4" name="Slide Number Placeholder 3"/>
          <p:cNvSpPr>
            <a:spLocks noGrp="1"/>
          </p:cNvSpPr>
          <p:nvPr>
            <p:ph type="sldNum" sz="quarter" idx="5"/>
          </p:nvPr>
        </p:nvSpPr>
        <p:spPr/>
        <p:txBody>
          <a:bodyPr/>
          <a:lstStyle/>
          <a:p>
            <a:fld id="{54EEB602-95FC-483A-B12D-216A7AD7EA24}" type="slidenum">
              <a:rPr lang="en-US" smtClean="0"/>
              <a:t>15</a:t>
            </a:fld>
            <a:endParaRPr lang="en-US"/>
          </a:p>
        </p:txBody>
      </p:sp>
    </p:spTree>
    <p:extLst>
      <p:ext uri="{BB962C8B-B14F-4D97-AF65-F5344CB8AC3E}">
        <p14:creationId xmlns:p14="http://schemas.microsoft.com/office/powerpoint/2010/main" val="186307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return the 2-Stage VRP problem but now using our estimator for T.</a:t>
            </a:r>
          </a:p>
        </p:txBody>
      </p:sp>
      <p:sp>
        <p:nvSpPr>
          <p:cNvPr id="4" name="Slide Number Placeholder 3"/>
          <p:cNvSpPr>
            <a:spLocks noGrp="1"/>
          </p:cNvSpPr>
          <p:nvPr>
            <p:ph type="sldNum" sz="quarter" idx="5"/>
          </p:nvPr>
        </p:nvSpPr>
        <p:spPr/>
        <p:txBody>
          <a:bodyPr/>
          <a:lstStyle/>
          <a:p>
            <a:fld id="{54EEB602-95FC-483A-B12D-216A7AD7EA24}" type="slidenum">
              <a:rPr lang="en-US" smtClean="0"/>
              <a:t>19</a:t>
            </a:fld>
            <a:endParaRPr lang="en-US"/>
          </a:p>
        </p:txBody>
      </p:sp>
    </p:spTree>
    <p:extLst>
      <p:ext uri="{BB962C8B-B14F-4D97-AF65-F5344CB8AC3E}">
        <p14:creationId xmlns:p14="http://schemas.microsoft.com/office/powerpoint/2010/main" val="20691327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EB602-95FC-483A-B12D-216A7AD7EA24}" type="slidenum">
              <a:rPr lang="en-US" smtClean="0"/>
              <a:t>28</a:t>
            </a:fld>
            <a:endParaRPr lang="en-US"/>
          </a:p>
        </p:txBody>
      </p:sp>
    </p:spTree>
    <p:extLst>
      <p:ext uri="{BB962C8B-B14F-4D97-AF65-F5344CB8AC3E}">
        <p14:creationId xmlns:p14="http://schemas.microsoft.com/office/powerpoint/2010/main" val="39869127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fld id="{F07F282E-55F5-4803-B60F-09BA4600E538}" type="slidenum">
              <a:rPr lang="en-US" smtClean="0"/>
              <a:t>30</a:t>
            </a:fld>
            <a:endParaRPr lang="en-US"/>
          </a:p>
        </p:txBody>
      </p:sp>
    </p:spTree>
    <p:extLst>
      <p:ext uri="{BB962C8B-B14F-4D97-AF65-F5344CB8AC3E}">
        <p14:creationId xmlns:p14="http://schemas.microsoft.com/office/powerpoint/2010/main" val="5806978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D69555-EE48-4B19-812B-4E1068DBF976}"/>
              </a:ext>
            </a:extLst>
          </p:cNvPr>
          <p:cNvSpPr/>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57">
            <a:extLst>
              <a:ext uri="{FF2B5EF4-FFF2-40B4-BE49-F238E27FC236}">
                <a16:creationId xmlns:a16="http://schemas.microsoft.com/office/drawing/2014/main" id="{57AEB73D-F521-4B19-820F-12DB6BCC8406}"/>
              </a:ext>
            </a:extLst>
          </p:cNvPr>
          <p:cNvSpPr/>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txBody>
          <a:bodyPr/>
          <a:lstStyle/>
          <a:p>
            <a:endParaRPr lang="en-US"/>
          </a:p>
        </p:txBody>
      </p:sp>
      <p:sp>
        <p:nvSpPr>
          <p:cNvPr id="2" name="Title 1"/>
          <p:cNvSpPr>
            <a:spLocks noGrp="1"/>
          </p:cNvSpPr>
          <p:nvPr>
            <p:ph type="ctrTitle"/>
          </p:nvPr>
        </p:nvSpPr>
        <p:spPr>
          <a:xfrm>
            <a:off x="855388" y="863068"/>
            <a:ext cx="6007691" cy="4985916"/>
          </a:xfrm>
        </p:spPr>
        <p:txBody>
          <a:bodyPr anchor="ctr">
            <a:noAutofit/>
          </a:bodyPr>
          <a:lstStyle>
            <a:lvl1pPr algn="l">
              <a:lnSpc>
                <a:spcPct val="125000"/>
              </a:lnSpc>
              <a:defRPr sz="6000" b="0" cap="all" spc="150" baseline="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8197352" y="863068"/>
            <a:ext cx="3351729" cy="5120069"/>
          </a:xfrm>
        </p:spPr>
        <p:txBody>
          <a:bodyPr anchor="ctr">
            <a:normAutofit/>
          </a:bodyPr>
          <a:lstStyle>
            <a:lvl1pPr marL="0" indent="0" algn="l">
              <a:lnSpc>
                <a:spcPct val="150000"/>
              </a:lnSpc>
              <a:buNone/>
              <a:defRPr sz="2400" b="0" cap="none" baseline="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Rectangle 6">
            <a:extLst>
              <a:ext uri="{FF2B5EF4-FFF2-40B4-BE49-F238E27FC236}">
                <a16:creationId xmlns:a16="http://schemas.microsoft.com/office/drawing/2014/main" id="{6B72EEBA-3A5D-41CE-8465-A45A0F65674E}"/>
              </a:ext>
            </a:extLst>
          </p:cNvPr>
          <p:cNvSpPr/>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ate Placeholder 12">
            <a:extLst>
              <a:ext uri="{FF2B5EF4-FFF2-40B4-BE49-F238E27FC236}">
                <a16:creationId xmlns:a16="http://schemas.microsoft.com/office/drawing/2014/main" id="{79F4CF2F-CDFA-4A37-837C-819D5238EAB4}"/>
              </a:ext>
            </a:extLst>
          </p:cNvPr>
          <p:cNvSpPr>
            <a:spLocks noGrp="1"/>
          </p:cNvSpPr>
          <p:nvPr>
            <p:ph type="dt" sz="half" idx="10"/>
          </p:nvPr>
        </p:nvSpPr>
        <p:spPr>
          <a:xfrm>
            <a:off x="8197353" y="6309360"/>
            <a:ext cx="2151134" cy="457200"/>
          </a:xfrm>
        </p:spPr>
        <p:txBody>
          <a:bodyPr/>
          <a:lstStyle/>
          <a:p>
            <a:r>
              <a:rPr lang="en-US"/>
              <a:t>9/8/20XX</a:t>
            </a:r>
          </a:p>
        </p:txBody>
      </p:sp>
      <p:sp>
        <p:nvSpPr>
          <p:cNvPr id="15" name="Footer Placeholder 14">
            <a:extLst>
              <a:ext uri="{FF2B5EF4-FFF2-40B4-BE49-F238E27FC236}">
                <a16:creationId xmlns:a16="http://schemas.microsoft.com/office/drawing/2014/main" id="{CFECE62A-61A4-407D-8F0B-D459CD977C75}"/>
              </a:ext>
            </a:extLst>
          </p:cNvPr>
          <p:cNvSpPr>
            <a:spLocks noGrp="1"/>
          </p:cNvSpPr>
          <p:nvPr>
            <p:ph type="ftr" sz="quarter" idx="11"/>
          </p:nvPr>
        </p:nvSpPr>
        <p:spPr>
          <a:xfrm>
            <a:off x="855388" y="6309360"/>
            <a:ext cx="6007691" cy="457200"/>
          </a:xfrm>
        </p:spPr>
        <p:txBody>
          <a:bodyPr/>
          <a:lstStyle>
            <a:lvl1pPr algn="r">
              <a:defRPr/>
            </a:lvl1pPr>
          </a:lstStyle>
          <a:p>
            <a:r>
              <a:rPr lang="en-US"/>
              <a:t>Presentation Title</a:t>
            </a:r>
          </a:p>
        </p:txBody>
      </p:sp>
      <p:sp>
        <p:nvSpPr>
          <p:cNvPr id="27" name="Slide Number Placeholder 26">
            <a:extLst>
              <a:ext uri="{FF2B5EF4-FFF2-40B4-BE49-F238E27FC236}">
                <a16:creationId xmlns:a16="http://schemas.microsoft.com/office/drawing/2014/main" id="{99FE60A9-FE2A-451F-9244-60FCE7FE9AD7}"/>
              </a:ext>
            </a:extLst>
          </p:cNvPr>
          <p:cNvSpPr>
            <a:spLocks noGrp="1"/>
          </p:cNvSpPr>
          <p:nvPr>
            <p:ph type="sldNum" sz="quarter" idx="12"/>
          </p:nvPr>
        </p:nvSpPr>
        <p:spPr/>
        <p:txBody>
          <a:bodyPr/>
          <a:lstStyle/>
          <a:p>
            <a:fld id="{FAEF9944-A4F6-4C59-AEBD-678D6480B8EA}" type="slidenum">
              <a:rPr lang="en-US" smtClean="0"/>
              <a:pPr/>
              <a:t>‹#›</a:t>
            </a:fld>
            <a:endParaRPr lang="en-US"/>
          </a:p>
        </p:txBody>
      </p:sp>
    </p:spTree>
    <p:extLst>
      <p:ext uri="{BB962C8B-B14F-4D97-AF65-F5344CB8AC3E}">
        <p14:creationId xmlns:p14="http://schemas.microsoft.com/office/powerpoint/2010/main" val="2836721537"/>
      </p:ext>
    </p:extLst>
  </p:cSld>
  <p:clrMapOvr>
    <a:masterClrMapping/>
  </p:clrMapOvr>
  <p:hf sldNum="0" hdr="0" ftr="0" dt="0"/>
  <p:extLst>
    <p:ext uri="{DCECCB84-F9BA-43D5-87BE-67443E8EF086}">
      <p15:sldGuideLst xmlns:p15="http://schemas.microsoft.com/office/powerpoint/2012/main">
        <p15:guide id="1" orient="horz" pos="40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9/8/20XX</a:t>
            </a:r>
          </a:p>
        </p:txBody>
      </p:sp>
      <p:sp>
        <p:nvSpPr>
          <p:cNvPr id="5" name="Footer Placeholder 4"/>
          <p:cNvSpPr>
            <a:spLocks noGrp="1"/>
          </p:cNvSpPr>
          <p:nvPr>
            <p:ph type="ftr" sz="quarter" idx="11"/>
          </p:nvPr>
        </p:nvSpPr>
        <p:spPr/>
        <p:txBody>
          <a:bodyPr/>
          <a:lstStyle/>
          <a:p>
            <a:r>
              <a:rPr lang="en-US"/>
              <a:t>Presentation Title</a:t>
            </a:r>
          </a:p>
        </p:txBody>
      </p:sp>
      <p:sp>
        <p:nvSpPr>
          <p:cNvPr id="6" name="Slide Number Placeholder 5"/>
          <p:cNvSpPr>
            <a:spLocks noGrp="1"/>
          </p:cNvSpPr>
          <p:nvPr>
            <p:ph type="sldNum" sz="quarter" idx="12"/>
          </p:nvPr>
        </p:nvSpPr>
        <p:spPr/>
        <p:txBody>
          <a:bodyPr/>
          <a:lstStyle/>
          <a:p>
            <a:fld id="{FAEF9944-A4F6-4C59-AEBD-678D6480B8EA}" type="slidenum">
              <a:rPr lang="en-US" smtClean="0"/>
              <a:pPr/>
              <a:t>‹#›</a:t>
            </a:fld>
            <a:endParaRPr lang="en-US"/>
          </a:p>
        </p:txBody>
      </p:sp>
    </p:spTree>
    <p:extLst>
      <p:ext uri="{BB962C8B-B14F-4D97-AF65-F5344CB8AC3E}">
        <p14:creationId xmlns:p14="http://schemas.microsoft.com/office/powerpoint/2010/main" val="231846029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FD12B6-57DE-4B63-A723-500B050FB7DD}"/>
              </a:ext>
            </a:extLst>
          </p:cNvPr>
          <p:cNvSpPr/>
          <p:nvPr/>
        </p:nvSpPr>
        <p:spPr>
          <a:xfrm>
            <a:off x="0" y="4215384"/>
            <a:ext cx="12192000" cy="2642616"/>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5316" y="1406284"/>
            <a:ext cx="10593694" cy="2597841"/>
          </a:xfrm>
        </p:spPr>
        <p:txBody>
          <a:bodyPr anchor="b">
            <a:normAutofit/>
          </a:bodyPr>
          <a:lstStyle>
            <a:lvl1pPr algn="ctr">
              <a:lnSpc>
                <a:spcPct val="125000"/>
              </a:lnSpc>
              <a:defRPr sz="4400" baseline="0">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2818312" y="4527856"/>
            <a:ext cx="6559018" cy="1570245"/>
          </a:xfrm>
        </p:spPr>
        <p:txBody>
          <a:bodyPr anchor="t">
            <a:normAutofit/>
          </a:bodyPr>
          <a:lstStyle>
            <a:lvl1pPr marL="0" indent="0" algn="ctr">
              <a:lnSpc>
                <a:spcPct val="130000"/>
              </a:lnSpc>
              <a:spcBef>
                <a:spcPts val="0"/>
              </a:spcBef>
              <a:buNone/>
              <a:defRPr sz="2400" b="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5F1E2E75-4758-4930-8024-39287C962987}"/>
              </a:ext>
            </a:extLst>
          </p:cNvPr>
          <p:cNvSpPr>
            <a:spLocks noGrp="1"/>
          </p:cNvSpPr>
          <p:nvPr>
            <p:ph type="dt" sz="half" idx="10"/>
          </p:nvPr>
        </p:nvSpPr>
        <p:spPr/>
        <p:txBody>
          <a:bodyPr/>
          <a:lstStyle/>
          <a:p>
            <a:r>
              <a:rPr lang="en-US"/>
              <a:t>9/8/20XX</a:t>
            </a:r>
          </a:p>
        </p:txBody>
      </p:sp>
      <p:sp>
        <p:nvSpPr>
          <p:cNvPr id="8" name="Footer Placeholder 7">
            <a:extLst>
              <a:ext uri="{FF2B5EF4-FFF2-40B4-BE49-F238E27FC236}">
                <a16:creationId xmlns:a16="http://schemas.microsoft.com/office/drawing/2014/main" id="{488B9949-402C-42C2-9A94-16590FC0C592}"/>
              </a:ext>
            </a:extLst>
          </p:cNvPr>
          <p:cNvSpPr>
            <a:spLocks noGrp="1"/>
          </p:cNvSpPr>
          <p:nvPr>
            <p:ph type="ftr" sz="quarter" idx="11"/>
          </p:nvPr>
        </p:nvSpPr>
        <p:spPr/>
        <p:txBody>
          <a:bodyPr/>
          <a:lstStyle/>
          <a:p>
            <a:r>
              <a:rPr lang="en-US"/>
              <a:t>Presentation Title</a:t>
            </a:r>
          </a:p>
        </p:txBody>
      </p:sp>
      <p:sp>
        <p:nvSpPr>
          <p:cNvPr id="10" name="Slide Number Placeholder 9">
            <a:extLst>
              <a:ext uri="{FF2B5EF4-FFF2-40B4-BE49-F238E27FC236}">
                <a16:creationId xmlns:a16="http://schemas.microsoft.com/office/drawing/2014/main" id="{039D83F6-DAF4-4876-AA41-F246EC970F7D}"/>
              </a:ext>
            </a:extLst>
          </p:cNvPr>
          <p:cNvSpPr>
            <a:spLocks noGrp="1"/>
          </p:cNvSpPr>
          <p:nvPr>
            <p:ph type="sldNum" sz="quarter" idx="12"/>
          </p:nvPr>
        </p:nvSpPr>
        <p:spPr/>
        <p:txBody>
          <a:bodyPr/>
          <a:lstStyle/>
          <a:p>
            <a:fld id="{FAEF9944-A4F6-4C59-AEBD-678D6480B8EA}" type="slidenum">
              <a:rPr lang="en-US" smtClean="0"/>
              <a:pPr/>
              <a:t>‹#›</a:t>
            </a:fld>
            <a:endParaRPr lang="en-US"/>
          </a:p>
        </p:txBody>
      </p:sp>
      <p:sp>
        <p:nvSpPr>
          <p:cNvPr id="11" name="Rectangle 10">
            <a:extLst>
              <a:ext uri="{FF2B5EF4-FFF2-40B4-BE49-F238E27FC236}">
                <a16:creationId xmlns:a16="http://schemas.microsoft.com/office/drawing/2014/main" id="{91613A19-DDA2-44F6-9ED4-F87771C684B8}"/>
              </a:ext>
            </a:extLst>
          </p:cNvPr>
          <p:cNvSpPr/>
          <p:nvPr/>
        </p:nvSpPr>
        <p:spPr>
          <a:xfrm>
            <a:off x="0" y="4215384"/>
            <a:ext cx="1218895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358979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hasCustomPrompt="1"/>
          </p:nvPr>
        </p:nvSpPr>
        <p:spPr>
          <a:xfrm>
            <a:off x="5376670" y="705114"/>
            <a:ext cx="6172412" cy="2403846"/>
          </a:xfrm>
        </p:spPr>
        <p:txBody>
          <a:bodyPr anchor="b"/>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376670" y="3749040"/>
            <a:ext cx="6172411" cy="2346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9/8/20XX</a:t>
            </a:r>
          </a:p>
        </p:txBody>
      </p:sp>
      <p:sp>
        <p:nvSpPr>
          <p:cNvPr id="6" name="Footer Placeholder 5"/>
          <p:cNvSpPr>
            <a:spLocks noGrp="1"/>
          </p:cNvSpPr>
          <p:nvPr>
            <p:ph type="ftr" sz="quarter" idx="11"/>
          </p:nvPr>
        </p:nvSpPr>
        <p:spPr/>
        <p:txBody>
          <a:bodyPr/>
          <a:lstStyle/>
          <a:p>
            <a:r>
              <a:rPr lang="en-US"/>
              <a:t>Presentation Title</a:t>
            </a:r>
          </a:p>
        </p:txBody>
      </p:sp>
      <p:sp>
        <p:nvSpPr>
          <p:cNvPr id="7" name="Slide Number Placeholder 6"/>
          <p:cNvSpPr>
            <a:spLocks noGrp="1"/>
          </p:cNvSpPr>
          <p:nvPr>
            <p:ph type="sldNum" sz="quarter" idx="12"/>
          </p:nvPr>
        </p:nvSpPr>
        <p:spPr/>
        <p:txBody>
          <a:bodyPr/>
          <a:lstStyle/>
          <a:p>
            <a:fld id="{FAEF9944-A4F6-4C59-AEBD-678D6480B8EA}" type="slidenum">
              <a:rPr lang="en-US" smtClean="0"/>
              <a:pPr/>
              <a:t>‹#›</a:t>
            </a:fld>
            <a:endParaRPr lang="en-US"/>
          </a:p>
        </p:txBody>
      </p:sp>
      <p:sp>
        <p:nvSpPr>
          <p:cNvPr id="10" name="Rectangle 9">
            <a:extLst>
              <a:ext uri="{FF2B5EF4-FFF2-40B4-BE49-F238E27FC236}">
                <a16:creationId xmlns:a16="http://schemas.microsoft.com/office/drawing/2014/main" id="{5CE6B9B5-A5D1-4099-B52B-78F39AB0AFCB}"/>
              </a:ext>
            </a:extLst>
          </p:cNvPr>
          <p:cNvSpPr/>
          <p:nvPr/>
        </p:nvSpPr>
        <p:spPr>
          <a:xfrm rot="10800000">
            <a:off x="4693920" y="3396997"/>
            <a:ext cx="749808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5985598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376667" y="658999"/>
            <a:ext cx="6166422" cy="457200"/>
          </a:xfrm>
        </p:spPr>
        <p:txBody>
          <a:bodyPr anchor="b">
            <a:normAutofit/>
          </a:bodyPr>
          <a:lstStyle>
            <a:lvl1pPr marL="0" indent="0">
              <a:lnSpc>
                <a:spcPct val="130000"/>
              </a:lnSpc>
              <a:buNone/>
              <a:defRPr sz="1800" b="1"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76668" y="1116199"/>
            <a:ext cx="6166422" cy="20621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376668" y="3623098"/>
            <a:ext cx="6166421" cy="457200"/>
          </a:xfrm>
        </p:spPr>
        <p:txBody>
          <a:bodyPr anchor="b">
            <a:normAutofit/>
          </a:bodyPr>
          <a:lstStyle>
            <a:lvl1pPr marL="0" indent="0">
              <a:lnSpc>
                <a:spcPct val="99000"/>
              </a:lnSpc>
              <a:buNone/>
              <a:defRPr lang="en-US" sz="1800" b="1" kern="1200" cap="all" spc="150"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30000"/>
              </a:lnSpc>
              <a:spcBef>
                <a:spcPts val="930"/>
              </a:spcBef>
              <a:buFont typeface="Corbel" panose="020B0503020204020204" pitchFamily="34" charset="0"/>
              <a:buNone/>
            </a:pPr>
            <a:r>
              <a:rPr lang="en-US"/>
              <a:t>Click to edit Master text styles</a:t>
            </a:r>
          </a:p>
        </p:txBody>
      </p:sp>
      <p:sp>
        <p:nvSpPr>
          <p:cNvPr id="6" name="Content Placeholder 5"/>
          <p:cNvSpPr>
            <a:spLocks noGrp="1"/>
          </p:cNvSpPr>
          <p:nvPr>
            <p:ph sz="quarter" idx="4"/>
          </p:nvPr>
        </p:nvSpPr>
        <p:spPr>
          <a:xfrm>
            <a:off x="5376670" y="4102370"/>
            <a:ext cx="6166419" cy="2066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9/8/20XX</a:t>
            </a:r>
          </a:p>
        </p:txBody>
      </p:sp>
      <p:sp>
        <p:nvSpPr>
          <p:cNvPr id="8" name="Footer Placeholder 7"/>
          <p:cNvSpPr>
            <a:spLocks noGrp="1"/>
          </p:cNvSpPr>
          <p:nvPr>
            <p:ph type="ftr" sz="quarter" idx="11"/>
          </p:nvPr>
        </p:nvSpPr>
        <p:spPr/>
        <p:txBody>
          <a:bodyPr/>
          <a:lstStyle/>
          <a:p>
            <a:r>
              <a:rPr lang="en-US"/>
              <a:t>Presentation Title</a:t>
            </a:r>
          </a:p>
        </p:txBody>
      </p:sp>
      <p:sp>
        <p:nvSpPr>
          <p:cNvPr id="9" name="Slide Number Placeholder 8"/>
          <p:cNvSpPr>
            <a:spLocks noGrp="1"/>
          </p:cNvSpPr>
          <p:nvPr>
            <p:ph type="sldNum" sz="quarter" idx="12"/>
          </p:nvPr>
        </p:nvSpPr>
        <p:spPr/>
        <p:txBody>
          <a:bodyPr/>
          <a:lstStyle/>
          <a:p>
            <a:fld id="{FAEF9944-A4F6-4C59-AEBD-678D6480B8EA}" type="slidenum">
              <a:rPr lang="en-US" smtClean="0"/>
              <a:pPr/>
              <a:t>‹#›</a:t>
            </a:fld>
            <a:endParaRPr lang="en-US"/>
          </a:p>
        </p:txBody>
      </p:sp>
      <p:sp>
        <p:nvSpPr>
          <p:cNvPr id="10" name="Title 9">
            <a:extLst>
              <a:ext uri="{FF2B5EF4-FFF2-40B4-BE49-F238E27FC236}">
                <a16:creationId xmlns:a16="http://schemas.microsoft.com/office/drawing/2014/main" id="{D26B370B-8381-431F-9492-0EA1205113EE}"/>
              </a:ext>
            </a:extLst>
          </p:cNvPr>
          <p:cNvSpPr>
            <a:spLocks noGrp="1"/>
          </p:cNvSpPr>
          <p:nvPr>
            <p:ph type="title"/>
          </p:nvPr>
        </p:nvSpPr>
        <p:spPr/>
        <p:txBody>
          <a:bodyPr/>
          <a:lstStyle/>
          <a:p>
            <a:r>
              <a:rPr lang="en-US"/>
              <a:t>Click to edit Master title style</a:t>
            </a:r>
          </a:p>
        </p:txBody>
      </p:sp>
      <p:sp>
        <p:nvSpPr>
          <p:cNvPr id="12" name="Rectangle 11">
            <a:extLst>
              <a:ext uri="{FF2B5EF4-FFF2-40B4-BE49-F238E27FC236}">
                <a16:creationId xmlns:a16="http://schemas.microsoft.com/office/drawing/2014/main" id="{DCA89085-2231-4A9C-B23C-B199A9DD26C5}"/>
              </a:ext>
            </a:extLst>
          </p:cNvPr>
          <p:cNvSpPr/>
          <p:nvPr/>
        </p:nvSpPr>
        <p:spPr>
          <a:xfrm rot="10800000">
            <a:off x="4693920" y="3396997"/>
            <a:ext cx="749808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050562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05CD215-1C45-48A0-8534-39FFE8A7C95A}" type="datetime1">
              <a:rPr lang="en-US" smtClean="0"/>
              <a:t>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EF9944-A4F6-4C59-AEBD-678D6480B8EA}" type="slidenum">
              <a:rPr lang="en-US" dirty="0"/>
              <a:t>‹#›</a:t>
            </a:fld>
            <a:endParaRPr lang="en-US"/>
          </a:p>
        </p:txBody>
      </p:sp>
      <p:sp useBgFill="1">
        <p:nvSpPr>
          <p:cNvPr id="6" name="Rectangle 5">
            <a:extLst>
              <a:ext uri="{FF2B5EF4-FFF2-40B4-BE49-F238E27FC236}">
                <a16:creationId xmlns:a16="http://schemas.microsoft.com/office/drawing/2014/main" id="{34C61DF6-3A2D-55DA-8448-C2D07707EFD5}"/>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7B340BB-A35D-C47D-F28F-6FBE043F6E75}"/>
              </a:ext>
              <a:ext uri="{C183D7F6-B498-43B3-948B-1728B52AA6E4}">
                <adec:decorative xmlns:adec="http://schemas.microsoft.com/office/drawing/2017/decorative" val="1"/>
              </a:ext>
            </a:extLst>
          </p:cNvPr>
          <p:cNvSpPr/>
          <p:nvPr userDrawn="1"/>
        </p:nvSpPr>
        <p:spPr>
          <a:xfrm>
            <a:off x="0" y="825689"/>
            <a:ext cx="12192000" cy="52017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DCDAB0E-1B08-9A3E-38B2-E60401CC015C}"/>
              </a:ext>
              <a:ext uri="{C183D7F6-B498-43B3-948B-1728B52AA6E4}">
                <adec:decorative xmlns:adec="http://schemas.microsoft.com/office/drawing/2017/decorative" val="1"/>
              </a:ext>
            </a:extLst>
          </p:cNvPr>
          <p:cNvSpPr/>
          <p:nvPr userDrawn="1"/>
        </p:nvSpPr>
        <p:spPr>
          <a:xfrm>
            <a:off x="-1" y="889696"/>
            <a:ext cx="1070775" cy="50777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44A4B38-C41B-0C14-CB28-67E9721123DD}"/>
              </a:ext>
              <a:ext uri="{C183D7F6-B498-43B3-948B-1728B52AA6E4}">
                <adec:decorative xmlns:adec="http://schemas.microsoft.com/office/drawing/2017/decorative" val="1"/>
              </a:ext>
            </a:extLst>
          </p:cNvPr>
          <p:cNvSpPr/>
          <p:nvPr userDrawn="1"/>
        </p:nvSpPr>
        <p:spPr>
          <a:xfrm rot="5400000">
            <a:off x="-236512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DFD99EC-B9CC-A1AC-EFF4-B65977F54B66}"/>
              </a:ext>
              <a:ext uri="{C183D7F6-B498-43B3-948B-1728B52AA6E4}">
                <adec:decorative xmlns:adec="http://schemas.microsoft.com/office/drawing/2017/decorative" val="1"/>
              </a:ext>
            </a:extLst>
          </p:cNvPr>
          <p:cNvSpPr/>
          <p:nvPr userDrawn="1"/>
        </p:nvSpPr>
        <p:spPr>
          <a:xfrm rot="5400000">
            <a:off x="765851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9280CA-3626-981C-CF19-E559E0DA8DAC}"/>
              </a:ext>
              <a:ext uri="{C183D7F6-B498-43B3-948B-1728B52AA6E4}">
                <adec:decorative xmlns:adec="http://schemas.microsoft.com/office/drawing/2017/decorative" val="1"/>
              </a:ext>
            </a:extLst>
          </p:cNvPr>
          <p:cNvSpPr/>
          <p:nvPr userDrawn="1"/>
        </p:nvSpPr>
        <p:spPr>
          <a:xfrm>
            <a:off x="11119516" y="896046"/>
            <a:ext cx="1070775" cy="50777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E5C9117-F419-BD57-1080-86A4D136087F}"/>
              </a:ext>
              <a:ext uri="{C183D7F6-B498-43B3-948B-1728B52AA6E4}">
                <adec:decorative xmlns:adec="http://schemas.microsoft.com/office/drawing/2017/decorative" val="1"/>
              </a:ext>
            </a:extLst>
          </p:cNvPr>
          <p:cNvSpPr/>
          <p:nvPr userDrawn="1"/>
        </p:nvSpPr>
        <p:spPr>
          <a:xfrm>
            <a:off x="11119516" y="0"/>
            <a:ext cx="1070775" cy="8256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BD54386-29C8-95E0-C9D9-78F27AD2E738}"/>
              </a:ext>
              <a:ext uri="{C183D7F6-B498-43B3-948B-1728B52AA6E4}">
                <adec:decorative xmlns:adec="http://schemas.microsoft.com/office/drawing/2017/decorative" val="1"/>
              </a:ext>
            </a:extLst>
          </p:cNvPr>
          <p:cNvSpPr/>
          <p:nvPr userDrawn="1"/>
        </p:nvSpPr>
        <p:spPr>
          <a:xfrm>
            <a:off x="11119515" y="6027421"/>
            <a:ext cx="1070775" cy="8305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23868504"/>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r>
              <a:rPr lang="en-US"/>
              <a:t>9/8/20XX</a:t>
            </a:r>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r>
              <a:rPr lang="en-US"/>
              <a:t>Presentation Title</a:t>
            </a:r>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a:p>
        </p:txBody>
      </p:sp>
    </p:spTree>
    <p:extLst>
      <p:ext uri="{BB962C8B-B14F-4D97-AF65-F5344CB8AC3E}">
        <p14:creationId xmlns:p14="http://schemas.microsoft.com/office/powerpoint/2010/main" val="2874922067"/>
      </p:ext>
    </p:extLst>
  </p:cSld>
  <p:clrMapOvr>
    <a:masterClrMapping/>
  </p:clrMapOvr>
  <p:hf sldNum="0" hdr="0" ftr="0" dt="0"/>
  <p:extLst>
    <p:ext uri="{DCECCB84-F9BA-43D5-87BE-67443E8EF086}">
      <p15:sldGuideLst xmlns:p15="http://schemas.microsoft.com/office/powerpoint/2012/main">
        <p15:guide id="1" pos="540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CA29BA-0143-49FF-8608-DB1623D99537}"/>
              </a:ext>
            </a:extLst>
          </p:cNvPr>
          <p:cNvSpPr/>
          <p:nvPr/>
        </p:nvSpPr>
        <p:spPr>
          <a:xfrm>
            <a:off x="0" y="0"/>
            <a:ext cx="8248592"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753015" y="640079"/>
            <a:ext cx="2796066" cy="2551751"/>
          </a:xfrm>
        </p:spPr>
        <p:txBody>
          <a:bodyPr anchor="b">
            <a:normAutofit/>
          </a:bodyPr>
          <a:lstStyle>
            <a:lvl1pPr algn="l">
              <a:lnSpc>
                <a:spcPct val="135000"/>
              </a:lnSpc>
              <a:defRPr sz="3200"/>
            </a:lvl1pPr>
          </a:lstStyle>
          <a:p>
            <a:r>
              <a:rPr lang="en-US"/>
              <a:t>Click to edit Master title style</a:t>
            </a:r>
          </a:p>
        </p:txBody>
      </p:sp>
      <p:sp>
        <p:nvSpPr>
          <p:cNvPr id="3" name="Content Placeholder 2"/>
          <p:cNvSpPr>
            <a:spLocks noGrp="1"/>
          </p:cNvSpPr>
          <p:nvPr>
            <p:ph idx="1"/>
          </p:nvPr>
        </p:nvSpPr>
        <p:spPr>
          <a:xfrm>
            <a:off x="638818" y="640078"/>
            <a:ext cx="6969693" cy="5455921"/>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hasCustomPrompt="1"/>
          </p:nvPr>
        </p:nvSpPr>
        <p:spPr>
          <a:xfrm>
            <a:off x="8753015" y="3223803"/>
            <a:ext cx="2796066" cy="2872197"/>
          </a:xfrm>
        </p:spPr>
        <p:txBody>
          <a:bodyPr anchor="t">
            <a:normAutofit/>
          </a:bodyPr>
          <a:lstStyle>
            <a:lvl1pPr marL="0" indent="0">
              <a:spcBef>
                <a:spcPts val="1400"/>
              </a:spcBef>
              <a:buNone/>
              <a:defRPr sz="1800" b="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9" name="Rectangle 8">
            <a:extLst>
              <a:ext uri="{FF2B5EF4-FFF2-40B4-BE49-F238E27FC236}">
                <a16:creationId xmlns:a16="http://schemas.microsoft.com/office/drawing/2014/main" id="{3010CF18-370D-4E80-AE4C-396FFDFCAE5D}"/>
              </a:ext>
            </a:extLst>
          </p:cNvPr>
          <p:cNvSpPr/>
          <p:nvPr/>
        </p:nvSpPr>
        <p:spPr>
          <a:xfrm rot="5400000">
            <a:off x="485159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ate Placeholder 9">
            <a:extLst>
              <a:ext uri="{FF2B5EF4-FFF2-40B4-BE49-F238E27FC236}">
                <a16:creationId xmlns:a16="http://schemas.microsoft.com/office/drawing/2014/main" id="{C5EBFE9C-5A22-4462-9C51-E00C03F55C3D}"/>
              </a:ext>
            </a:extLst>
          </p:cNvPr>
          <p:cNvSpPr>
            <a:spLocks noGrp="1"/>
          </p:cNvSpPr>
          <p:nvPr>
            <p:ph type="dt" sz="half" idx="10"/>
          </p:nvPr>
        </p:nvSpPr>
        <p:spPr>
          <a:xfrm>
            <a:off x="8753015" y="6309360"/>
            <a:ext cx="1734207" cy="457200"/>
          </a:xfrm>
        </p:spPr>
        <p:txBody>
          <a:bodyPr/>
          <a:lstStyle>
            <a:lvl1pPr algn="l">
              <a:defRPr/>
            </a:lvl1pPr>
          </a:lstStyle>
          <a:p>
            <a:r>
              <a:rPr lang="en-US"/>
              <a:t>9/8/20XX</a:t>
            </a:r>
          </a:p>
        </p:txBody>
      </p:sp>
      <p:sp>
        <p:nvSpPr>
          <p:cNvPr id="11" name="Footer Placeholder 10">
            <a:extLst>
              <a:ext uri="{FF2B5EF4-FFF2-40B4-BE49-F238E27FC236}">
                <a16:creationId xmlns:a16="http://schemas.microsoft.com/office/drawing/2014/main" id="{2EBBFF2E-AA66-4B76-9139-CB000B5A45D5}"/>
              </a:ext>
            </a:extLst>
          </p:cNvPr>
          <p:cNvSpPr>
            <a:spLocks noGrp="1"/>
          </p:cNvSpPr>
          <p:nvPr>
            <p:ph type="ftr" sz="quarter" idx="11"/>
          </p:nvPr>
        </p:nvSpPr>
        <p:spPr>
          <a:xfrm>
            <a:off x="638818" y="6309360"/>
            <a:ext cx="6993867" cy="457200"/>
          </a:xfrm>
        </p:spPr>
        <p:txBody>
          <a:bodyPr/>
          <a:lstStyle/>
          <a:p>
            <a:r>
              <a:rPr lang="en-US"/>
              <a:t>Presentation Title</a:t>
            </a:r>
          </a:p>
        </p:txBody>
      </p:sp>
      <p:sp>
        <p:nvSpPr>
          <p:cNvPr id="12" name="Slide Number Placeholder 11">
            <a:extLst>
              <a:ext uri="{FF2B5EF4-FFF2-40B4-BE49-F238E27FC236}">
                <a16:creationId xmlns:a16="http://schemas.microsoft.com/office/drawing/2014/main" id="{A44F64C4-BF20-4F6B-B650-57C71C828A68}"/>
              </a:ext>
            </a:extLst>
          </p:cNvPr>
          <p:cNvSpPr>
            <a:spLocks noGrp="1"/>
          </p:cNvSpPr>
          <p:nvPr>
            <p:ph type="sldNum" sz="quarter" idx="12"/>
          </p:nvPr>
        </p:nvSpPr>
        <p:spPr/>
        <p:txBody>
          <a:bodyPr/>
          <a:lstStyle/>
          <a:p>
            <a:fld id="{FAEF9944-A4F6-4C59-AEBD-678D6480B8EA}" type="slidenum">
              <a:rPr lang="en-US" smtClean="0"/>
              <a:pPr/>
              <a:t>‹#›</a:t>
            </a:fld>
            <a:endParaRPr lang="en-US"/>
          </a:p>
        </p:txBody>
      </p:sp>
    </p:spTree>
    <p:extLst>
      <p:ext uri="{BB962C8B-B14F-4D97-AF65-F5344CB8AC3E}">
        <p14:creationId xmlns:p14="http://schemas.microsoft.com/office/powerpoint/2010/main" val="156233360"/>
      </p:ext>
    </p:extLst>
  </p:cSld>
  <p:clrMapOvr>
    <a:masterClrMapping/>
  </p:clrMapOvr>
  <p:hf sldNum="0" hdr="0" ftr="0" dt="0"/>
  <p:extLst>
    <p:ext uri="{DCECCB84-F9BA-43D5-87BE-67443E8EF086}">
      <p15:sldGuideLst xmlns:p15="http://schemas.microsoft.com/office/powerpoint/2012/main">
        <p15:guide id="1" pos="540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34996" y="640079"/>
            <a:ext cx="2714085" cy="2695903"/>
          </a:xfrm>
        </p:spPr>
        <p:txBody>
          <a:bodyPr anchor="b">
            <a:noAutofit/>
          </a:bodyPr>
          <a:lstStyle>
            <a:lvl1pPr algn="l">
              <a:lnSpc>
                <a:spcPct val="104000"/>
              </a:lnSpc>
              <a:defRPr sz="3400"/>
            </a:lvl1pPr>
          </a:lstStyle>
          <a:p>
            <a:r>
              <a:rPr lang="en-US"/>
              <a:t>Click to edit Master title style</a:t>
            </a:r>
          </a:p>
        </p:txBody>
      </p:sp>
      <p:sp>
        <p:nvSpPr>
          <p:cNvPr id="3" name="Picture Placeholder 2"/>
          <p:cNvSpPr>
            <a:spLocks noGrp="1" noChangeAspect="1"/>
          </p:cNvSpPr>
          <p:nvPr>
            <p:ph type="pic" idx="1"/>
          </p:nvPr>
        </p:nvSpPr>
        <p:spPr>
          <a:xfrm>
            <a:off x="0" y="0"/>
            <a:ext cx="8248592" cy="6857999"/>
          </a:xfrm>
          <a:solidFill>
            <a:schemeClr val="bg2">
              <a:lumMod val="9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hasCustomPrompt="1"/>
          </p:nvPr>
        </p:nvSpPr>
        <p:spPr>
          <a:xfrm>
            <a:off x="8834996" y="3429000"/>
            <a:ext cx="2714085" cy="2508026"/>
          </a:xfrm>
        </p:spPr>
        <p:txBody>
          <a:bodyPr anchor="t">
            <a:normAutofit/>
          </a:bodyPr>
          <a:lstStyle>
            <a:lvl1pPr marL="0" indent="0">
              <a:spcBef>
                <a:spcPts val="1400"/>
              </a:spcBef>
              <a:buNone/>
              <a:defRPr sz="1800" b="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9" name="Rectangle 8">
            <a:extLst>
              <a:ext uri="{FF2B5EF4-FFF2-40B4-BE49-F238E27FC236}">
                <a16:creationId xmlns:a16="http://schemas.microsoft.com/office/drawing/2014/main" id="{90949BC8-9ABF-49F6-851C-5DB0B86CA70D}"/>
              </a:ext>
            </a:extLst>
          </p:cNvPr>
          <p:cNvSpPr/>
          <p:nvPr/>
        </p:nvSpPr>
        <p:spPr>
          <a:xfrm rot="5400000">
            <a:off x="485159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a:extLst>
              <a:ext uri="{FF2B5EF4-FFF2-40B4-BE49-F238E27FC236}">
                <a16:creationId xmlns:a16="http://schemas.microsoft.com/office/drawing/2014/main" id="{04E1EE21-E3FA-4D43-B224-C664959637B0}"/>
              </a:ext>
            </a:extLst>
          </p:cNvPr>
          <p:cNvSpPr>
            <a:spLocks noGrp="1"/>
          </p:cNvSpPr>
          <p:nvPr>
            <p:ph type="dt" sz="half" idx="10"/>
          </p:nvPr>
        </p:nvSpPr>
        <p:spPr>
          <a:xfrm>
            <a:off x="8834997" y="6309360"/>
            <a:ext cx="1645920" cy="457200"/>
          </a:xfrm>
        </p:spPr>
        <p:txBody>
          <a:bodyPr/>
          <a:lstStyle/>
          <a:p>
            <a:r>
              <a:rPr lang="en-US"/>
              <a:t>9/8/20XX</a:t>
            </a:r>
          </a:p>
        </p:txBody>
      </p:sp>
      <p:sp>
        <p:nvSpPr>
          <p:cNvPr id="7" name="Slide Number Placeholder 6">
            <a:extLst>
              <a:ext uri="{FF2B5EF4-FFF2-40B4-BE49-F238E27FC236}">
                <a16:creationId xmlns:a16="http://schemas.microsoft.com/office/drawing/2014/main" id="{A32D7F83-8993-4ED4-9F02-663CC085052F}"/>
              </a:ext>
            </a:extLst>
          </p:cNvPr>
          <p:cNvSpPr>
            <a:spLocks noGrp="1"/>
          </p:cNvSpPr>
          <p:nvPr>
            <p:ph type="sldNum" sz="quarter" idx="12"/>
          </p:nvPr>
        </p:nvSpPr>
        <p:spPr/>
        <p:txBody>
          <a:bodyPr/>
          <a:lstStyle/>
          <a:p>
            <a:fld id="{FAEF9944-A4F6-4C59-AEBD-678D6480B8EA}" type="slidenum">
              <a:rPr lang="en-US" smtClean="0"/>
              <a:pPr/>
              <a:t>‹#›</a:t>
            </a:fld>
            <a:endParaRPr lang="en-US"/>
          </a:p>
        </p:txBody>
      </p:sp>
      <p:sp>
        <p:nvSpPr>
          <p:cNvPr id="6" name="Footer Placeholder 5">
            <a:extLst>
              <a:ext uri="{FF2B5EF4-FFF2-40B4-BE49-F238E27FC236}">
                <a16:creationId xmlns:a16="http://schemas.microsoft.com/office/drawing/2014/main" id="{8E3678B7-E511-4CE1-BEE5-89E959B9BFD6}"/>
              </a:ext>
            </a:extLst>
          </p:cNvPr>
          <p:cNvSpPr>
            <a:spLocks noGrp="1"/>
          </p:cNvSpPr>
          <p:nvPr>
            <p:ph type="ftr" sz="quarter" idx="11"/>
          </p:nvPr>
        </p:nvSpPr>
        <p:spPr>
          <a:xfrm>
            <a:off x="640080" y="6309360"/>
            <a:ext cx="4946592" cy="457200"/>
          </a:xfrm>
        </p:spPr>
        <p:txBody>
          <a:bodyPr/>
          <a:lstStyle>
            <a:lvl1pPr>
              <a:defRPr>
                <a:solidFill>
                  <a:srgbClr val="FFFFFF"/>
                </a:solidFill>
                <a:effectLst>
                  <a:outerShdw blurRad="50800" dist="38100" dir="2700000" algn="tl" rotWithShape="0">
                    <a:prstClr val="black">
                      <a:alpha val="43000"/>
                    </a:prstClr>
                  </a:outerShdw>
                </a:effectLst>
              </a:defRPr>
            </a:lvl1pPr>
          </a:lstStyle>
          <a:p>
            <a:r>
              <a:rPr lang="en-US"/>
              <a:t>Presentation Title</a:t>
            </a:r>
          </a:p>
        </p:txBody>
      </p:sp>
    </p:spTree>
    <p:extLst>
      <p:ext uri="{BB962C8B-B14F-4D97-AF65-F5344CB8AC3E}">
        <p14:creationId xmlns:p14="http://schemas.microsoft.com/office/powerpoint/2010/main" val="349745804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9/8/20XX</a:t>
            </a:r>
          </a:p>
        </p:txBody>
      </p:sp>
      <p:sp>
        <p:nvSpPr>
          <p:cNvPr id="5" name="Footer Placeholder 4"/>
          <p:cNvSpPr>
            <a:spLocks noGrp="1"/>
          </p:cNvSpPr>
          <p:nvPr>
            <p:ph type="ftr" sz="quarter" idx="11"/>
          </p:nvPr>
        </p:nvSpPr>
        <p:spPr/>
        <p:txBody>
          <a:bodyPr/>
          <a:lstStyle/>
          <a:p>
            <a:r>
              <a:rPr lang="en-US"/>
              <a:t>Presentation Title</a:t>
            </a:r>
          </a:p>
        </p:txBody>
      </p:sp>
      <p:sp>
        <p:nvSpPr>
          <p:cNvPr id="6" name="Slide Number Placeholder 5"/>
          <p:cNvSpPr>
            <a:spLocks noGrp="1"/>
          </p:cNvSpPr>
          <p:nvPr>
            <p:ph type="sldNum" sz="quarter" idx="12"/>
          </p:nvPr>
        </p:nvSpPr>
        <p:spPr/>
        <p:txBody>
          <a:bodyPr/>
          <a:lstStyle/>
          <a:p>
            <a:fld id="{FAEF9944-A4F6-4C59-AEBD-678D6480B8EA}" type="slidenum">
              <a:rPr lang="en-US" smtClean="0"/>
              <a:pPr/>
              <a:t>‹#›</a:t>
            </a:fld>
            <a:endParaRPr lang="en-US"/>
          </a:p>
        </p:txBody>
      </p:sp>
    </p:spTree>
    <p:extLst>
      <p:ext uri="{BB962C8B-B14F-4D97-AF65-F5344CB8AC3E}">
        <p14:creationId xmlns:p14="http://schemas.microsoft.com/office/powerpoint/2010/main" val="135147808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965" y="507037"/>
            <a:ext cx="1571626" cy="533993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933700" y="524373"/>
            <a:ext cx="5959577" cy="532259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9277965" y="6296615"/>
            <a:ext cx="2505996" cy="365125"/>
          </a:xfrm>
        </p:spPr>
        <p:txBody>
          <a:bodyPr/>
          <a:lstStyle/>
          <a:p>
            <a:r>
              <a:rPr lang="en-US"/>
              <a:t>9/8/20XX</a:t>
            </a:r>
          </a:p>
        </p:txBody>
      </p:sp>
      <p:sp>
        <p:nvSpPr>
          <p:cNvPr id="5" name="Footer Placeholder 4"/>
          <p:cNvSpPr>
            <a:spLocks noGrp="1"/>
          </p:cNvSpPr>
          <p:nvPr>
            <p:ph type="ftr" sz="quarter" idx="11"/>
          </p:nvPr>
        </p:nvSpPr>
        <p:spPr>
          <a:xfrm>
            <a:off x="2933699" y="6296615"/>
            <a:ext cx="5959577" cy="365125"/>
          </a:xfrm>
        </p:spPr>
        <p:txBody>
          <a:bodyPr/>
          <a:lstStyle/>
          <a:p>
            <a:r>
              <a:rPr lang="en-US"/>
              <a:t>Presentation Title</a:t>
            </a:r>
          </a:p>
        </p:txBody>
      </p:sp>
      <p:sp>
        <p:nvSpPr>
          <p:cNvPr id="6" name="Slide Number Placeholder 5"/>
          <p:cNvSpPr>
            <a:spLocks noGrp="1"/>
          </p:cNvSpPr>
          <p:nvPr>
            <p:ph type="sldNum" sz="quarter" idx="12"/>
          </p:nvPr>
        </p:nvSpPr>
        <p:spPr>
          <a:xfrm rot="5400000">
            <a:off x="8734643" y="2853201"/>
            <a:ext cx="5383267" cy="604269"/>
          </a:xfrm>
        </p:spPr>
        <p:txBody>
          <a:bodyPr/>
          <a:lstStyle>
            <a:lvl1pPr algn="l">
              <a:defRPr/>
            </a:lvl1pPr>
          </a:lstStyle>
          <a:p>
            <a:fld id="{FAEF9944-A4F6-4C59-AEBD-678D6480B8EA}" type="slidenum">
              <a:rPr lang="en-US" smtClean="0"/>
              <a:pPr/>
              <a:t>‹#›</a:t>
            </a:fld>
            <a:endParaRPr lang="en-US"/>
          </a:p>
        </p:txBody>
      </p:sp>
      <p:cxnSp>
        <p:nvCxnSpPr>
          <p:cNvPr id="7" name="Straight Connector 6" title="Rule Line">
            <a:extLst>
              <a:ext uri="{FF2B5EF4-FFF2-40B4-BE49-F238E27FC236}">
                <a16:creationId xmlns:a16="http://schemas.microsoft.com/office/drawing/2014/main" id="{A1005B08-D2D4-455C-AA62-1200E43E7AF9}"/>
              </a:ext>
            </a:extLst>
          </p:cNvPr>
          <p:cNvCxnSpPr/>
          <p:nvPr/>
        </p:nvCxnSpPr>
        <p:spPr>
          <a:xfrm>
            <a:off x="9111582" y="571502"/>
            <a:ext cx="0" cy="5275467"/>
          </a:xfrm>
          <a:prstGeom prst="line">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812426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3">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F5F5DFA-1BC3-4062-9356-6145C9F7CD56}"/>
              </a:ext>
              <a:ext uri="{C183D7F6-B498-43B3-948B-1728B52AA6E4}">
                <adec:decorative xmlns:adec="http://schemas.microsoft.com/office/drawing/2017/decorative" val="1"/>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6B5D461-AEC0-477F-A77A-6227F95A8374}"/>
              </a:ext>
              <a:ext uri="{C183D7F6-B498-43B3-948B-1728B52AA6E4}">
                <adec:decorative xmlns:adec="http://schemas.microsoft.com/office/drawing/2017/decorative" val="1"/>
              </a:ext>
            </a:extLst>
          </p:cNvPr>
          <p:cNvSpPr/>
          <p:nvPr userDrawn="1"/>
        </p:nvSpPr>
        <p:spPr>
          <a:xfrm>
            <a:off x="8175813" y="0"/>
            <a:ext cx="4016188" cy="10565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E1A041D-DE47-45FA-AC78-CC7FD02571F2}"/>
              </a:ext>
              <a:ext uri="{C183D7F6-B498-43B3-948B-1728B52AA6E4}">
                <adec:decorative xmlns:adec="http://schemas.microsoft.com/office/drawing/2017/decorative" val="1"/>
              </a:ext>
            </a:extLst>
          </p:cNvPr>
          <p:cNvSpPr/>
          <p:nvPr userDrawn="1"/>
        </p:nvSpPr>
        <p:spPr>
          <a:xfrm>
            <a:off x="1525" y="1031500"/>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614254-52EF-4F58-99B1-CDA7C39223C1}"/>
              </a:ext>
              <a:ext uri="{C183D7F6-B498-43B3-948B-1728B52AA6E4}">
                <adec:decorative xmlns:adec="http://schemas.microsoft.com/office/drawing/2017/decorative" val="1"/>
              </a:ext>
            </a:extLst>
          </p:cNvPr>
          <p:cNvSpPr/>
          <p:nvPr userDrawn="1"/>
        </p:nvSpPr>
        <p:spPr>
          <a:xfrm>
            <a:off x="-9134" y="1095508"/>
            <a:ext cx="8203482" cy="5016893"/>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BD3B3ABA-0408-41EA-935D-D4F4586AA840}"/>
              </a:ext>
            </a:extLst>
          </p:cNvPr>
          <p:cNvSpPr>
            <a:spLocks noGrp="1"/>
          </p:cNvSpPr>
          <p:nvPr>
            <p:ph type="title" hasCustomPrompt="1"/>
          </p:nvPr>
        </p:nvSpPr>
        <p:spPr>
          <a:xfrm>
            <a:off x="787178" y="1361923"/>
            <a:ext cx="6623040" cy="1421898"/>
          </a:xfrm>
        </p:spPr>
        <p:txBody>
          <a:bodyPr anchor="b" anchorCtr="0">
            <a:noAutofit/>
          </a:bodyPr>
          <a:lstStyle>
            <a:lvl1pPr>
              <a:lnSpc>
                <a:spcPct val="100000"/>
              </a:lnSpc>
              <a:defRPr sz="3200"/>
            </a:lvl1pPr>
          </a:lstStyle>
          <a:p>
            <a:r>
              <a:rPr lang="en-US"/>
              <a:t>Click to add title</a:t>
            </a:r>
          </a:p>
        </p:txBody>
      </p:sp>
      <p:sp>
        <p:nvSpPr>
          <p:cNvPr id="3" name="Content Placeholder 2">
            <a:extLst>
              <a:ext uri="{FF2B5EF4-FFF2-40B4-BE49-F238E27FC236}">
                <a16:creationId xmlns:a16="http://schemas.microsoft.com/office/drawing/2014/main" id="{C40EA5BF-04A6-2B17-0703-8419C4DB97FF}"/>
              </a:ext>
            </a:extLst>
          </p:cNvPr>
          <p:cNvSpPr>
            <a:spLocks noGrp="1"/>
          </p:cNvSpPr>
          <p:nvPr>
            <p:ph sz="quarter" idx="14" hasCustomPrompt="1"/>
          </p:nvPr>
        </p:nvSpPr>
        <p:spPr>
          <a:xfrm>
            <a:off x="787399" y="2916772"/>
            <a:ext cx="6622819" cy="2852639"/>
          </a:xfrm>
        </p:spPr>
        <p:txBody>
          <a:bodyPr anchor="t"/>
          <a:lstStyle>
            <a:lvl1pPr marL="0" indent="0">
              <a:lnSpc>
                <a:spcPct val="125000"/>
              </a:lnSpc>
              <a:spcAft>
                <a:spcPts val="600"/>
              </a:spcAft>
              <a:buNone/>
              <a:defRPr sz="2000" b="0"/>
            </a:lvl1pPr>
            <a:lvl2pPr>
              <a:lnSpc>
                <a:spcPct val="125000"/>
              </a:lnSpc>
              <a:spcAft>
                <a:spcPts val="600"/>
              </a:spcAft>
              <a:defRPr/>
            </a:lvl2pPr>
            <a:lvl3pPr>
              <a:lnSpc>
                <a:spcPct val="125000"/>
              </a:lnSpc>
              <a:spcAft>
                <a:spcPts val="600"/>
              </a:spcAft>
              <a:defRPr/>
            </a:lvl3pPr>
            <a:lvl4pPr>
              <a:lnSpc>
                <a:spcPct val="125000"/>
              </a:lnSpc>
              <a:spcAft>
                <a:spcPts val="600"/>
              </a:spcAft>
              <a:defRPr/>
            </a:lvl4pPr>
            <a:lvl5pPr>
              <a:lnSpc>
                <a:spcPct val="125000"/>
              </a:lnSpc>
              <a:spcAft>
                <a:spcPts val="600"/>
              </a:spcAft>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1837301C-2B9B-4119-9002-BD6DB2AB87FB}"/>
              </a:ext>
              <a:ext uri="{C183D7F6-B498-43B3-948B-1728B52AA6E4}">
                <adec:decorative xmlns:adec="http://schemas.microsoft.com/office/drawing/2017/decorative" val="1"/>
              </a:ext>
            </a:extLst>
          </p:cNvPr>
          <p:cNvSpPr/>
          <p:nvPr userDrawn="1"/>
        </p:nvSpPr>
        <p:spPr>
          <a:xfrm>
            <a:off x="-1" y="6144405"/>
            <a:ext cx="8150087" cy="71359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D12738D-D0ED-4899-A01C-42439B5B3E64}"/>
              </a:ext>
              <a:ext uri="{C183D7F6-B498-43B3-948B-1728B52AA6E4}">
                <adec:decorative xmlns:adec="http://schemas.microsoft.com/office/drawing/2017/decorative" val="1"/>
              </a:ext>
            </a:extLst>
          </p:cNvPr>
          <p:cNvSpPr/>
          <p:nvPr userDrawn="1"/>
        </p:nvSpPr>
        <p:spPr>
          <a:xfrm>
            <a:off x="8206532" y="6167615"/>
            <a:ext cx="3982418"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EED261D-45B9-40C1-8341-8B8B796E8AE2}"/>
              </a:ext>
              <a:ext uri="{C183D7F6-B498-43B3-948B-1728B52AA6E4}">
                <adec:decorative xmlns:adec="http://schemas.microsoft.com/office/drawing/2017/decorative" val="1"/>
              </a:ext>
            </a:extLst>
          </p:cNvPr>
          <p:cNvSpPr/>
          <p:nvPr userDrawn="1"/>
        </p:nvSpPr>
        <p:spPr>
          <a:xfrm>
            <a:off x="1525" y="6112401"/>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ooter Placeholder 7">
            <a:extLst>
              <a:ext uri="{FF2B5EF4-FFF2-40B4-BE49-F238E27FC236}">
                <a16:creationId xmlns:a16="http://schemas.microsoft.com/office/drawing/2014/main" id="{182CF530-D736-4104-8678-850EEDF997E6}"/>
              </a:ext>
            </a:extLst>
          </p:cNvPr>
          <p:cNvSpPr>
            <a:spLocks noGrp="1"/>
          </p:cNvSpPr>
          <p:nvPr>
            <p:ph type="ftr" sz="quarter" idx="11"/>
          </p:nvPr>
        </p:nvSpPr>
        <p:spPr>
          <a:xfrm>
            <a:off x="787178" y="6309360"/>
            <a:ext cx="6623040" cy="457200"/>
          </a:xfrm>
        </p:spPr>
        <p:txBody>
          <a:bodyPr/>
          <a:lstStyle>
            <a:lvl1pPr>
              <a:defRPr>
                <a:solidFill>
                  <a:schemeClr val="bg1"/>
                </a:solidFill>
              </a:defRPr>
            </a:lvl1pPr>
          </a:lstStyle>
          <a:p>
            <a:r>
              <a:rPr lang="en-US"/>
              <a:t>Presentation Title</a:t>
            </a:r>
          </a:p>
        </p:txBody>
      </p:sp>
      <p:sp>
        <p:nvSpPr>
          <p:cNvPr id="19" name="Date Placeholder 5">
            <a:extLst>
              <a:ext uri="{FF2B5EF4-FFF2-40B4-BE49-F238E27FC236}">
                <a16:creationId xmlns:a16="http://schemas.microsoft.com/office/drawing/2014/main" id="{8DEDB7CE-711E-4E43-9450-4C7BECE2FCFC}"/>
              </a:ext>
            </a:extLst>
          </p:cNvPr>
          <p:cNvSpPr>
            <a:spLocks noGrp="1"/>
          </p:cNvSpPr>
          <p:nvPr>
            <p:ph type="dt" sz="half" idx="10"/>
          </p:nvPr>
        </p:nvSpPr>
        <p:spPr>
          <a:xfrm>
            <a:off x="8379537" y="6309360"/>
            <a:ext cx="1885598" cy="457200"/>
          </a:xfrm>
        </p:spPr>
        <p:txBody>
          <a:bodyPr/>
          <a:lstStyle/>
          <a:p>
            <a:r>
              <a:rPr lang="en-US"/>
              <a:t>9/8/20XX</a:t>
            </a:r>
          </a:p>
        </p:txBody>
      </p:sp>
      <p:sp>
        <p:nvSpPr>
          <p:cNvPr id="20" name="Slide Number Placeholder 9">
            <a:extLst>
              <a:ext uri="{FF2B5EF4-FFF2-40B4-BE49-F238E27FC236}">
                <a16:creationId xmlns:a16="http://schemas.microsoft.com/office/drawing/2014/main" id="{F5D9588C-9E6B-42F6-8B42-D18388626ACB}"/>
              </a:ext>
            </a:extLst>
          </p:cNvPr>
          <p:cNvSpPr>
            <a:spLocks noGrp="1"/>
          </p:cNvSpPr>
          <p:nvPr>
            <p:ph type="sldNum" sz="quarter" idx="12"/>
          </p:nvPr>
        </p:nvSpPr>
        <p:spPr>
          <a:xfrm>
            <a:off x="10569202" y="6309360"/>
            <a:ext cx="979879" cy="457200"/>
          </a:xfrm>
        </p:spPr>
        <p:txBody>
          <a:bodyPr/>
          <a:lstStyle>
            <a:lvl1pPr>
              <a:defRPr sz="1200" b="0"/>
            </a:lvl1pPr>
          </a:lstStyle>
          <a:p>
            <a:fld id="{FAEF9944-A4F6-4C59-AEBD-678D6480B8EA}" type="slidenum">
              <a:rPr lang="en-US" smtClean="0"/>
              <a:pPr/>
              <a:t>‹#›</a:t>
            </a:fld>
            <a:endParaRPr lang="en-US"/>
          </a:p>
        </p:txBody>
      </p:sp>
      <p:sp>
        <p:nvSpPr>
          <p:cNvPr id="18" name="Rectangle 17">
            <a:extLst>
              <a:ext uri="{FF2B5EF4-FFF2-40B4-BE49-F238E27FC236}">
                <a16:creationId xmlns:a16="http://schemas.microsoft.com/office/drawing/2014/main" id="{3E23953F-BF80-48E0-8282-62907D6C29C6}"/>
              </a:ext>
              <a:ext uri="{C183D7F6-B498-43B3-948B-1728B52AA6E4}">
                <adec:decorative xmlns:adec="http://schemas.microsoft.com/office/drawing/2017/decorative" val="1"/>
              </a:ext>
            </a:extLst>
          </p:cNvPr>
          <p:cNvSpPr/>
          <p:nvPr userDrawn="1"/>
        </p:nvSpPr>
        <p:spPr>
          <a:xfrm>
            <a:off x="8142523"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D79D74E-6357-D3E7-30C0-09B4B82BA321}"/>
              </a:ext>
              <a:ext uri="{C183D7F6-B498-43B3-948B-1728B52AA6E4}">
                <adec:decorative xmlns:adec="http://schemas.microsoft.com/office/drawing/2017/decorative" val="1"/>
              </a:ext>
            </a:extLst>
          </p:cNvPr>
          <p:cNvSpPr/>
          <p:nvPr userDrawn="1"/>
        </p:nvSpPr>
        <p:spPr>
          <a:xfrm>
            <a:off x="8203482" y="1095507"/>
            <a:ext cx="3997653" cy="501689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56732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Title + Picture">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EA8D8870-8337-4ABD-9EA6-3D5AAB7E42D9}"/>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BAC3B2DB-2CCA-4BD4-8D63-98257049E273}"/>
              </a:ext>
              <a:ext uri="{C183D7F6-B498-43B3-948B-1728B52AA6E4}">
                <adec:decorative xmlns:adec="http://schemas.microsoft.com/office/drawing/2017/decorative" val="1"/>
              </a:ext>
            </a:extLst>
          </p:cNvPr>
          <p:cNvSpPr/>
          <p:nvPr userDrawn="1"/>
        </p:nvSpPr>
        <p:spPr>
          <a:xfrm>
            <a:off x="1" y="825689"/>
            <a:ext cx="7685728" cy="374154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itle 1">
            <a:extLst>
              <a:ext uri="{FF2B5EF4-FFF2-40B4-BE49-F238E27FC236}">
                <a16:creationId xmlns:a16="http://schemas.microsoft.com/office/drawing/2014/main" id="{324DAAC3-FA37-4838-A298-327679F99F8A}"/>
              </a:ext>
            </a:extLst>
          </p:cNvPr>
          <p:cNvSpPr>
            <a:spLocks noGrp="1"/>
          </p:cNvSpPr>
          <p:nvPr>
            <p:ph type="ctrTitle" hasCustomPrompt="1"/>
          </p:nvPr>
        </p:nvSpPr>
        <p:spPr>
          <a:xfrm>
            <a:off x="1386630" y="825687"/>
            <a:ext cx="5957384" cy="3741551"/>
          </a:xfrm>
        </p:spPr>
        <p:txBody>
          <a:bodyPr tIns="182880" anchor="ctr" anchorCtr="0">
            <a:noAutofit/>
          </a:bodyPr>
          <a:lstStyle>
            <a:lvl1pPr>
              <a:lnSpc>
                <a:spcPct val="100000"/>
              </a:lnSpc>
              <a:defRPr sz="4000" cap="all" baseline="0">
                <a:solidFill>
                  <a:schemeClr val="bg1"/>
                </a:solidFill>
              </a:defRPr>
            </a:lvl1pPr>
          </a:lstStyle>
          <a:p>
            <a:r>
              <a:rPr lang="en-US" sz="4400">
                <a:solidFill>
                  <a:schemeClr val="bg1"/>
                </a:solidFill>
              </a:rPr>
              <a:t>CLICK TO ADD TITLE</a:t>
            </a:r>
          </a:p>
        </p:txBody>
      </p:sp>
      <p:sp>
        <p:nvSpPr>
          <p:cNvPr id="56" name="Rectangle 55">
            <a:extLst>
              <a:ext uri="{FF2B5EF4-FFF2-40B4-BE49-F238E27FC236}">
                <a16:creationId xmlns:a16="http://schemas.microsoft.com/office/drawing/2014/main" id="{FB792E4C-AD3B-4E88-8540-E75759746368}"/>
              </a:ext>
              <a:ext uri="{C183D7F6-B498-43B3-948B-1728B52AA6E4}">
                <adec:decorative xmlns:adec="http://schemas.microsoft.com/office/drawing/2017/decorative" val="1"/>
              </a:ext>
            </a:extLst>
          </p:cNvPr>
          <p:cNvSpPr/>
          <p:nvPr userDrawn="1"/>
        </p:nvSpPr>
        <p:spPr>
          <a:xfrm>
            <a:off x="-1" y="889696"/>
            <a:ext cx="1070775" cy="360134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6A32632F-9ED1-4328-BBE3-B4E014156A29}"/>
              </a:ext>
              <a:ext uri="{C183D7F6-B498-43B3-948B-1728B52AA6E4}">
                <adec:decorative xmlns:adec="http://schemas.microsoft.com/office/drawing/2017/decorative" val="1"/>
              </a:ext>
            </a:extLst>
          </p:cNvPr>
          <p:cNvSpPr/>
          <p:nvPr userDrawn="1"/>
        </p:nvSpPr>
        <p:spPr>
          <a:xfrm rot="5400000">
            <a:off x="-236512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Picture Placeholder 64">
            <a:extLst>
              <a:ext uri="{FF2B5EF4-FFF2-40B4-BE49-F238E27FC236}">
                <a16:creationId xmlns:a16="http://schemas.microsoft.com/office/drawing/2014/main" id="{D60E3C33-714C-4528-93A6-4470C3E89AE4}"/>
              </a:ext>
            </a:extLst>
          </p:cNvPr>
          <p:cNvSpPr>
            <a:spLocks noGrp="1"/>
          </p:cNvSpPr>
          <p:nvPr>
            <p:ph type="pic" sz="quarter" idx="13"/>
          </p:nvPr>
        </p:nvSpPr>
        <p:spPr>
          <a:xfrm>
            <a:off x="7710836" y="-2"/>
            <a:ext cx="4481164" cy="6858002"/>
          </a:xfrm>
          <a:custGeom>
            <a:avLst/>
            <a:gdLst>
              <a:gd name="connsiteX0" fmla="*/ 0 w 5332064"/>
              <a:gd name="connsiteY0" fmla="*/ 0 h 6858002"/>
              <a:gd name="connsiteX1" fmla="*/ 5332064 w 5332064"/>
              <a:gd name="connsiteY1" fmla="*/ 0 h 6858002"/>
              <a:gd name="connsiteX2" fmla="*/ 5332064 w 5332064"/>
              <a:gd name="connsiteY2" fmla="*/ 6858002 h 6858002"/>
              <a:gd name="connsiteX3" fmla="*/ 0 w 5332064"/>
              <a:gd name="connsiteY3" fmla="*/ 6858002 h 6858002"/>
            </a:gdLst>
            <a:ahLst/>
            <a:cxnLst>
              <a:cxn ang="0">
                <a:pos x="connsiteX0" y="connsiteY0"/>
              </a:cxn>
              <a:cxn ang="0">
                <a:pos x="connsiteX1" y="connsiteY1"/>
              </a:cxn>
              <a:cxn ang="0">
                <a:pos x="connsiteX2" y="connsiteY2"/>
              </a:cxn>
              <a:cxn ang="0">
                <a:pos x="connsiteX3" y="connsiteY3"/>
              </a:cxn>
            </a:cxnLst>
            <a:rect l="l" t="t" r="r" b="b"/>
            <a:pathLst>
              <a:path w="5332064" h="6858002">
                <a:moveTo>
                  <a:pt x="0" y="0"/>
                </a:moveTo>
                <a:lnTo>
                  <a:pt x="5332064" y="0"/>
                </a:lnTo>
                <a:lnTo>
                  <a:pt x="5332064" y="6858002"/>
                </a:lnTo>
                <a:lnTo>
                  <a:pt x="0" y="6858002"/>
                </a:lnTo>
                <a:close/>
              </a:path>
            </a:pathLst>
          </a:custGeom>
        </p:spPr>
        <p:txBody>
          <a:bodyPr wrap="square" anchor="t">
            <a:noAutofit/>
          </a:bodyPr>
          <a:lstStyle>
            <a:lvl1pPr marL="0" indent="0" algn="ctr">
              <a:buNone/>
              <a:defRPr sz="1400"/>
            </a:lvl1pPr>
          </a:lstStyle>
          <a:p>
            <a:r>
              <a:rPr lang="en-US"/>
              <a:t>Click icon to add picture</a:t>
            </a:r>
          </a:p>
        </p:txBody>
      </p:sp>
      <p:sp>
        <p:nvSpPr>
          <p:cNvPr id="59" name="Rectangle 58">
            <a:extLst>
              <a:ext uri="{FF2B5EF4-FFF2-40B4-BE49-F238E27FC236}">
                <a16:creationId xmlns:a16="http://schemas.microsoft.com/office/drawing/2014/main" id="{EA124D3C-01E3-4B96-BDF0-54851D1739D0}"/>
              </a:ext>
              <a:ext uri="{C183D7F6-B498-43B3-948B-1728B52AA6E4}">
                <adec:decorative xmlns:adec="http://schemas.microsoft.com/office/drawing/2017/decorative" val="1"/>
              </a:ext>
            </a:extLst>
          </p:cNvPr>
          <p:cNvSpPr/>
          <p:nvPr userDrawn="1"/>
        </p:nvSpPr>
        <p:spPr>
          <a:xfrm rot="5400000">
            <a:off x="424983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67760824"/>
      </p:ext>
    </p:extLst>
  </p:cSld>
  <p:clrMapOvr>
    <a:masterClrMapping/>
  </p:clrMapOvr>
  <p:extLst>
    <p:ext uri="{DCECCB84-F9BA-43D5-87BE-67443E8EF086}">
      <p15:sldGuideLst xmlns:p15="http://schemas.microsoft.com/office/powerpoint/2012/main">
        <p15:guide id="1" orient="horz" pos="405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 Subtitle + Picture">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E7E77A60-3019-43AE-AA38-E130C04CFD8D}"/>
              </a:ext>
              <a:ext uri="{C183D7F6-B498-43B3-948B-1728B52AA6E4}">
                <adec:decorative xmlns:adec="http://schemas.microsoft.com/office/drawing/2017/decorative" val="1"/>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FDBF0FB-88D2-4271-BFAF-D129CF8C2F68}"/>
              </a:ext>
              <a:ext uri="{C183D7F6-B498-43B3-948B-1728B52AA6E4}">
                <adec:decorative xmlns:adec="http://schemas.microsoft.com/office/drawing/2017/decorative" val="1"/>
              </a:ext>
            </a:extLst>
          </p:cNvPr>
          <p:cNvSpPr/>
          <p:nvPr userDrawn="1"/>
        </p:nvSpPr>
        <p:spPr>
          <a:xfrm>
            <a:off x="6410325" y="-4078"/>
            <a:ext cx="5787773" cy="10565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862B807B-6DFA-471C-B675-016416207F0E}"/>
              </a:ext>
              <a:ext uri="{C183D7F6-B498-43B3-948B-1728B52AA6E4}">
                <adec:decorative xmlns:adec="http://schemas.microsoft.com/office/drawing/2017/decorative" val="1"/>
              </a:ext>
            </a:extLst>
          </p:cNvPr>
          <p:cNvSpPr/>
          <p:nvPr userDrawn="1"/>
        </p:nvSpPr>
        <p:spPr>
          <a:xfrm>
            <a:off x="1524" y="1031500"/>
            <a:ext cx="12190475" cy="641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555D4C0-9882-489D-AD77-A9F38B3784A6}"/>
              </a:ext>
              <a:ext uri="{C183D7F6-B498-43B3-948B-1728B52AA6E4}">
                <adec:decorative xmlns:adec="http://schemas.microsoft.com/office/drawing/2017/decorative" val="1"/>
              </a:ext>
            </a:extLst>
          </p:cNvPr>
          <p:cNvSpPr/>
          <p:nvPr userDrawn="1"/>
        </p:nvSpPr>
        <p:spPr>
          <a:xfrm>
            <a:off x="6446677" y="1095508"/>
            <a:ext cx="5742273" cy="5016893"/>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8EC5ED-FCAE-682A-C050-58786819ECD3}"/>
              </a:ext>
            </a:extLst>
          </p:cNvPr>
          <p:cNvSpPr>
            <a:spLocks noGrp="1"/>
          </p:cNvSpPr>
          <p:nvPr>
            <p:ph type="title"/>
          </p:nvPr>
        </p:nvSpPr>
        <p:spPr>
          <a:xfrm>
            <a:off x="6757416" y="1316736"/>
            <a:ext cx="5120640" cy="3392424"/>
          </a:xfrm>
        </p:spPr>
        <p:txBody>
          <a:bodyPr anchor="b"/>
          <a:lstStyle>
            <a:lvl1pPr>
              <a:lnSpc>
                <a:spcPct val="100000"/>
              </a:lnSpc>
              <a:defRPr/>
            </a:lvl1pPr>
          </a:lstStyle>
          <a:p>
            <a:r>
              <a:rPr lang="en-US"/>
              <a:t>Click to edit Master title style</a:t>
            </a:r>
          </a:p>
        </p:txBody>
      </p:sp>
      <p:sp>
        <p:nvSpPr>
          <p:cNvPr id="30" name="Subtitle 2">
            <a:extLst>
              <a:ext uri="{FF2B5EF4-FFF2-40B4-BE49-F238E27FC236}">
                <a16:creationId xmlns:a16="http://schemas.microsoft.com/office/drawing/2014/main" id="{15C8BDC7-F09C-40A3-B14E-9A49781EE6CE}"/>
              </a:ext>
            </a:extLst>
          </p:cNvPr>
          <p:cNvSpPr>
            <a:spLocks noGrp="1"/>
          </p:cNvSpPr>
          <p:nvPr>
            <p:ph type="subTitle" idx="1" hasCustomPrompt="1"/>
          </p:nvPr>
        </p:nvSpPr>
        <p:spPr>
          <a:xfrm>
            <a:off x="6749828" y="4816366"/>
            <a:ext cx="5125300" cy="1068929"/>
          </a:xfrm>
        </p:spPr>
        <p:txBody>
          <a:bodyPr anchor="t" anchorCtr="0">
            <a:noAutofit/>
          </a:bodyPr>
          <a:lstStyle>
            <a:lvl1pPr marL="0" indent="0">
              <a:lnSpc>
                <a:spcPct val="100000"/>
              </a:lnSpc>
              <a:buNone/>
              <a:defRPr sz="2000" b="0"/>
            </a:lvl1pPr>
          </a:lstStyle>
          <a:p>
            <a:r>
              <a:rPr lang="en-US" sz="2000">
                <a:solidFill>
                  <a:schemeClr val="tx2"/>
                </a:solidFill>
              </a:rPr>
              <a:t>Click to add subtitle</a:t>
            </a:r>
          </a:p>
        </p:txBody>
      </p:sp>
      <p:sp>
        <p:nvSpPr>
          <p:cNvPr id="40" name="Picture Placeholder 38">
            <a:extLst>
              <a:ext uri="{FF2B5EF4-FFF2-40B4-BE49-F238E27FC236}">
                <a16:creationId xmlns:a16="http://schemas.microsoft.com/office/drawing/2014/main" id="{AB2070F4-085F-4F8D-A1E8-A58E5F8F0687}"/>
              </a:ext>
            </a:extLst>
          </p:cNvPr>
          <p:cNvSpPr>
            <a:spLocks noGrp="1"/>
          </p:cNvSpPr>
          <p:nvPr>
            <p:ph type="pic" sz="quarter" idx="13"/>
          </p:nvPr>
        </p:nvSpPr>
        <p:spPr>
          <a:xfrm>
            <a:off x="-6099" y="1095509"/>
            <a:ext cx="6391656" cy="5016892"/>
          </a:xfrm>
        </p:spPr>
        <p:txBody>
          <a:bodyPr anchor="t">
            <a:normAutofit/>
          </a:bodyPr>
          <a:lstStyle>
            <a:lvl1pPr marL="0" indent="0" algn="ctr">
              <a:buNone/>
              <a:defRPr sz="1400"/>
            </a:lvl1pPr>
          </a:lstStyle>
          <a:p>
            <a:r>
              <a:rPr lang="en-US"/>
              <a:t>Click icon to add picture</a:t>
            </a:r>
          </a:p>
        </p:txBody>
      </p:sp>
      <p:sp>
        <p:nvSpPr>
          <p:cNvPr id="32" name="Rectangle 31">
            <a:extLst>
              <a:ext uri="{FF2B5EF4-FFF2-40B4-BE49-F238E27FC236}">
                <a16:creationId xmlns:a16="http://schemas.microsoft.com/office/drawing/2014/main" id="{247A5DB4-1ED7-4630-89AF-F1802E44EF89}"/>
              </a:ext>
              <a:ext uri="{C183D7F6-B498-43B3-948B-1728B52AA6E4}">
                <adec:decorative xmlns:adec="http://schemas.microsoft.com/office/drawing/2017/decorative" val="1"/>
              </a:ext>
            </a:extLst>
          </p:cNvPr>
          <p:cNvSpPr/>
          <p:nvPr userDrawn="1"/>
        </p:nvSpPr>
        <p:spPr>
          <a:xfrm>
            <a:off x="0" y="6144405"/>
            <a:ext cx="6446677" cy="71359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6E5D4012-4107-490F-A369-EA7063242A98}"/>
              </a:ext>
              <a:ext uri="{C183D7F6-B498-43B3-948B-1728B52AA6E4}">
                <adec:decorative xmlns:adec="http://schemas.microsoft.com/office/drawing/2017/decorative" val="1"/>
              </a:ext>
            </a:extLst>
          </p:cNvPr>
          <p:cNvSpPr/>
          <p:nvPr userDrawn="1"/>
        </p:nvSpPr>
        <p:spPr>
          <a:xfrm>
            <a:off x="6446677" y="6167615"/>
            <a:ext cx="5742273"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795C79E2-9EA5-4713-B4AF-0E4572CFFA2F}"/>
              </a:ext>
              <a:ext uri="{C183D7F6-B498-43B3-948B-1728B52AA6E4}">
                <adec:decorative xmlns:adec="http://schemas.microsoft.com/office/drawing/2017/decorative" val="1"/>
              </a:ext>
            </a:extLst>
          </p:cNvPr>
          <p:cNvSpPr/>
          <p:nvPr userDrawn="1"/>
        </p:nvSpPr>
        <p:spPr>
          <a:xfrm>
            <a:off x="1524" y="6112249"/>
            <a:ext cx="12190475" cy="641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274C09E2-06F0-4230-8DAD-A0DBF01F8603}"/>
              </a:ext>
              <a:ext uri="{C183D7F6-B498-43B3-948B-1728B52AA6E4}">
                <adec:decorative xmlns:adec="http://schemas.microsoft.com/office/drawing/2017/decorative" val="1"/>
              </a:ext>
            </a:extLst>
          </p:cNvPr>
          <p:cNvSpPr/>
          <p:nvPr userDrawn="1"/>
        </p:nvSpPr>
        <p:spPr>
          <a:xfrm>
            <a:off x="6379494"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46305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Title + Subtitle">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EA8D8870-8337-4ABD-9EA6-3D5AAB7E42D9}"/>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BAC3B2DB-2CCA-4BD4-8D63-98257049E273}"/>
              </a:ext>
              <a:ext uri="{C183D7F6-B498-43B3-948B-1728B52AA6E4}">
                <adec:decorative xmlns:adec="http://schemas.microsoft.com/office/drawing/2017/decorative" val="1"/>
              </a:ext>
            </a:extLst>
          </p:cNvPr>
          <p:cNvSpPr/>
          <p:nvPr userDrawn="1"/>
        </p:nvSpPr>
        <p:spPr>
          <a:xfrm>
            <a:off x="0" y="825689"/>
            <a:ext cx="12192000" cy="52017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itle 1">
            <a:extLst>
              <a:ext uri="{FF2B5EF4-FFF2-40B4-BE49-F238E27FC236}">
                <a16:creationId xmlns:a16="http://schemas.microsoft.com/office/drawing/2014/main" id="{324DAAC3-FA37-4838-A298-327679F99F8A}"/>
              </a:ext>
            </a:extLst>
          </p:cNvPr>
          <p:cNvSpPr>
            <a:spLocks noGrp="1"/>
          </p:cNvSpPr>
          <p:nvPr>
            <p:ph type="ctrTitle" hasCustomPrompt="1"/>
          </p:nvPr>
        </p:nvSpPr>
        <p:spPr>
          <a:xfrm>
            <a:off x="1386628" y="1034477"/>
            <a:ext cx="9380431" cy="2614551"/>
          </a:xfrm>
        </p:spPr>
        <p:txBody>
          <a:bodyPr anchor="b" anchorCtr="0">
            <a:noAutofit/>
          </a:bodyPr>
          <a:lstStyle>
            <a:lvl1pPr algn="l">
              <a:lnSpc>
                <a:spcPct val="100000"/>
              </a:lnSpc>
              <a:defRPr sz="4800" cap="all" baseline="0">
                <a:solidFill>
                  <a:schemeClr val="bg1"/>
                </a:solidFill>
              </a:defRPr>
            </a:lvl1pPr>
          </a:lstStyle>
          <a:p>
            <a:r>
              <a:rPr lang="en-US" sz="4400">
                <a:solidFill>
                  <a:schemeClr val="bg1"/>
                </a:solidFill>
              </a:rPr>
              <a:t>CLICK TO ADD TITLE</a:t>
            </a:r>
          </a:p>
        </p:txBody>
      </p:sp>
      <p:sp>
        <p:nvSpPr>
          <p:cNvPr id="56" name="Rectangle 55">
            <a:extLst>
              <a:ext uri="{FF2B5EF4-FFF2-40B4-BE49-F238E27FC236}">
                <a16:creationId xmlns:a16="http://schemas.microsoft.com/office/drawing/2014/main" id="{FB792E4C-AD3B-4E88-8540-E75759746368}"/>
              </a:ext>
              <a:ext uri="{C183D7F6-B498-43B3-948B-1728B52AA6E4}">
                <adec:decorative xmlns:adec="http://schemas.microsoft.com/office/drawing/2017/decorative" val="1"/>
              </a:ext>
            </a:extLst>
          </p:cNvPr>
          <p:cNvSpPr/>
          <p:nvPr userDrawn="1"/>
        </p:nvSpPr>
        <p:spPr>
          <a:xfrm>
            <a:off x="-1" y="889696"/>
            <a:ext cx="1070775" cy="50777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6A32632F-9ED1-4328-BBE3-B4E014156A29}"/>
              </a:ext>
              <a:ext uri="{C183D7F6-B498-43B3-948B-1728B52AA6E4}">
                <adec:decorative xmlns:adec="http://schemas.microsoft.com/office/drawing/2017/decorative" val="1"/>
              </a:ext>
            </a:extLst>
          </p:cNvPr>
          <p:cNvSpPr/>
          <p:nvPr userDrawn="1"/>
        </p:nvSpPr>
        <p:spPr>
          <a:xfrm rot="5400000">
            <a:off x="-236512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EA124D3C-01E3-4B96-BDF0-54851D1739D0}"/>
              </a:ext>
              <a:ext uri="{C183D7F6-B498-43B3-948B-1728B52AA6E4}">
                <adec:decorative xmlns:adec="http://schemas.microsoft.com/office/drawing/2017/decorative" val="1"/>
              </a:ext>
            </a:extLst>
          </p:cNvPr>
          <p:cNvSpPr/>
          <p:nvPr userDrawn="1"/>
        </p:nvSpPr>
        <p:spPr>
          <a:xfrm rot="5400000">
            <a:off x="765851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67A64FF-37A7-4837-8033-CBEA22697ECA}"/>
              </a:ext>
              <a:ext uri="{C183D7F6-B498-43B3-948B-1728B52AA6E4}">
                <adec:decorative xmlns:adec="http://schemas.microsoft.com/office/drawing/2017/decorative" val="1"/>
              </a:ext>
            </a:extLst>
          </p:cNvPr>
          <p:cNvSpPr/>
          <p:nvPr userDrawn="1"/>
        </p:nvSpPr>
        <p:spPr>
          <a:xfrm>
            <a:off x="11119516" y="896046"/>
            <a:ext cx="1070775" cy="50777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EF94ADB5-E70F-B672-CBEB-D8194AEA79D5}"/>
              </a:ext>
            </a:extLst>
          </p:cNvPr>
          <p:cNvSpPr>
            <a:spLocks noGrp="1"/>
          </p:cNvSpPr>
          <p:nvPr>
            <p:ph type="body" sz="quarter" idx="10" hasCustomPrompt="1"/>
          </p:nvPr>
        </p:nvSpPr>
        <p:spPr>
          <a:xfrm>
            <a:off x="1386177" y="3649028"/>
            <a:ext cx="9380431" cy="2164715"/>
          </a:xfrm>
        </p:spPr>
        <p:txBody>
          <a:bodyPr anchor="t"/>
          <a:lstStyle>
            <a:lvl1pPr marL="0" indent="0">
              <a:lnSpc>
                <a:spcPct val="125000"/>
              </a:lnSpc>
              <a:buNone/>
              <a:defRPr lang="en-US" sz="2400" b="0" kern="1200" spc="150" baseline="0" dirty="0" smtClean="0">
                <a:solidFill>
                  <a:schemeClr val="bg1"/>
                </a:solidFill>
                <a:latin typeface="+mn-lt"/>
                <a:ea typeface="+mn-ea"/>
                <a:cs typeface="+mn-cs"/>
              </a:defRPr>
            </a:lvl1pPr>
            <a:lvl2pPr>
              <a:defRPr lang="en-US" sz="2400" b="0" kern="1200" spc="150" baseline="0" dirty="0" smtClean="0">
                <a:solidFill>
                  <a:schemeClr val="bg1"/>
                </a:solidFill>
                <a:latin typeface="+mn-lt"/>
                <a:ea typeface="+mn-ea"/>
                <a:cs typeface="+mn-cs"/>
              </a:defRPr>
            </a:lvl2pPr>
            <a:lvl3pPr>
              <a:defRPr lang="en-US" sz="2400" b="0" kern="1200" spc="150" baseline="0" dirty="0" smtClean="0">
                <a:solidFill>
                  <a:schemeClr val="bg1"/>
                </a:solidFill>
                <a:latin typeface="+mn-lt"/>
                <a:ea typeface="+mn-ea"/>
                <a:cs typeface="+mn-cs"/>
              </a:defRPr>
            </a:lvl3pPr>
            <a:lvl4pPr>
              <a:defRPr lang="en-US" sz="2400" b="0" kern="1200" spc="150" baseline="0" dirty="0" smtClean="0">
                <a:solidFill>
                  <a:schemeClr val="bg1"/>
                </a:solidFill>
                <a:latin typeface="+mn-lt"/>
                <a:ea typeface="+mn-ea"/>
                <a:cs typeface="+mn-cs"/>
              </a:defRPr>
            </a:lvl4pPr>
            <a:lvl5pPr>
              <a:defRPr lang="en-US" sz="2400" b="0" kern="1200" spc="150" baseline="0" dirty="0">
                <a:solidFill>
                  <a:schemeClr val="bg1"/>
                </a:solidFill>
                <a:latin typeface="+mn-lt"/>
                <a:ea typeface="+mn-ea"/>
                <a:cs typeface="+mn-cs"/>
              </a:defRPr>
            </a:lvl5pPr>
          </a:lstStyle>
          <a:p>
            <a:pPr lvl="0"/>
            <a:r>
              <a:rPr lang="en-US"/>
              <a:t>Click to add text</a:t>
            </a:r>
          </a:p>
        </p:txBody>
      </p:sp>
    </p:spTree>
    <p:extLst>
      <p:ext uri="{BB962C8B-B14F-4D97-AF65-F5344CB8AC3E}">
        <p14:creationId xmlns:p14="http://schemas.microsoft.com/office/powerpoint/2010/main" val="2772130139"/>
      </p:ext>
    </p:extLst>
  </p:cSld>
  <p:clrMapOvr>
    <a:masterClrMapping/>
  </p:clrMapOvr>
  <p:extLst>
    <p:ext uri="{DCECCB84-F9BA-43D5-87BE-67443E8EF086}">
      <p15:sldGuideLst xmlns:p15="http://schemas.microsoft.com/office/powerpoint/2012/main">
        <p15:guide id="1" orient="horz" pos="405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wo Content 2">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DF88512-9E62-4695-B350-39488566A1F7}"/>
              </a:ext>
              <a:ext uri="{C183D7F6-B498-43B3-948B-1728B52AA6E4}">
                <adec:decorative xmlns:adec="http://schemas.microsoft.com/office/drawing/2017/decorative" val="1"/>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8CD596D-95F4-4C5C-A0E7-86D747FE70BE}"/>
              </a:ext>
              <a:ext uri="{C183D7F6-B498-43B3-948B-1728B52AA6E4}">
                <adec:decorative xmlns:adec="http://schemas.microsoft.com/office/drawing/2017/decorative" val="1"/>
              </a:ext>
            </a:extLst>
          </p:cNvPr>
          <p:cNvSpPr/>
          <p:nvPr userDrawn="1"/>
        </p:nvSpPr>
        <p:spPr>
          <a:xfrm>
            <a:off x="1038768" y="2130218"/>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7553E9F-DCBF-4BEE-A261-5AA97361A0E0}"/>
              </a:ext>
              <a:ext uri="{C183D7F6-B498-43B3-948B-1728B52AA6E4}">
                <adec:decorative xmlns:adec="http://schemas.microsoft.com/office/drawing/2017/decorative" val="1"/>
              </a:ext>
            </a:extLst>
          </p:cNvPr>
          <p:cNvSpPr/>
          <p:nvPr userDrawn="1"/>
        </p:nvSpPr>
        <p:spPr>
          <a:xfrm>
            <a:off x="0" y="896641"/>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949B0EB0-AEBA-44ED-BC77-4188C7486144}"/>
              </a:ext>
            </a:extLst>
          </p:cNvPr>
          <p:cNvSpPr>
            <a:spLocks noGrp="1"/>
          </p:cNvSpPr>
          <p:nvPr>
            <p:ph type="title" hasCustomPrompt="1"/>
          </p:nvPr>
        </p:nvSpPr>
        <p:spPr>
          <a:xfrm>
            <a:off x="1535371" y="962423"/>
            <a:ext cx="10013710" cy="1216152"/>
          </a:xfrm>
        </p:spPr>
        <p:txBody>
          <a:bodyPr tIns="182880" anchor="ctr" anchorCtr="0">
            <a:noAutofit/>
          </a:bodyPr>
          <a:lstStyle>
            <a:lvl1pPr>
              <a:lnSpc>
                <a:spcPct val="100000"/>
              </a:lnSpc>
              <a:defRPr sz="3200">
                <a:solidFill>
                  <a:schemeClr val="bg1"/>
                </a:solidFill>
              </a:defRPr>
            </a:lvl1pPr>
          </a:lstStyle>
          <a:p>
            <a:r>
              <a:rPr lang="en-US">
                <a:solidFill>
                  <a:schemeClr val="bg1"/>
                </a:solidFill>
              </a:rPr>
              <a:t>Click to add title</a:t>
            </a:r>
          </a:p>
        </p:txBody>
      </p:sp>
      <p:sp>
        <p:nvSpPr>
          <p:cNvPr id="2" name="Content Placeholder 2">
            <a:extLst>
              <a:ext uri="{FF2B5EF4-FFF2-40B4-BE49-F238E27FC236}">
                <a16:creationId xmlns:a16="http://schemas.microsoft.com/office/drawing/2014/main" id="{252AD8E1-37CB-EB1E-9394-A293E1F2107F}"/>
              </a:ext>
            </a:extLst>
          </p:cNvPr>
          <p:cNvSpPr>
            <a:spLocks noGrp="1"/>
          </p:cNvSpPr>
          <p:nvPr>
            <p:ph sz="quarter" idx="18" hasCustomPrompt="1"/>
          </p:nvPr>
        </p:nvSpPr>
        <p:spPr>
          <a:xfrm>
            <a:off x="1542563" y="2590800"/>
            <a:ext cx="6441412" cy="3718557"/>
          </a:xfrm>
        </p:spPr>
        <p:txBody>
          <a:bodyPr anchor="t">
            <a:normAutofit/>
          </a:bodyPr>
          <a:lstStyle>
            <a:lvl1pPr marL="0" indent="0">
              <a:lnSpc>
                <a:spcPct val="125000"/>
              </a:lnSpc>
              <a:spcAft>
                <a:spcPts val="600"/>
              </a:spcAft>
              <a:buNone/>
              <a:defRPr sz="1800" b="0"/>
            </a:lvl1pPr>
            <a:lvl2pPr marL="283464">
              <a:lnSpc>
                <a:spcPct val="125000"/>
              </a:lnSpc>
              <a:spcAft>
                <a:spcPts val="600"/>
              </a:spcAft>
              <a:defRPr sz="1800"/>
            </a:lvl2pPr>
            <a:lvl3pPr marL="566928">
              <a:lnSpc>
                <a:spcPct val="125000"/>
              </a:lnSpc>
              <a:spcAft>
                <a:spcPts val="600"/>
              </a:spcAft>
              <a:defRPr sz="1800"/>
            </a:lvl3pPr>
            <a:lvl4pPr marL="850392">
              <a:lnSpc>
                <a:spcPct val="125000"/>
              </a:lnSpc>
              <a:spcAft>
                <a:spcPts val="600"/>
              </a:spcAft>
              <a:defRPr sz="1800"/>
            </a:lvl4pPr>
            <a:lvl5pPr marL="1133856">
              <a:lnSpc>
                <a:spcPct val="125000"/>
              </a:lnSpc>
              <a:spcAft>
                <a:spcPts val="600"/>
              </a:spcAft>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5B37B294-6F01-986D-E8E5-119AE9A8F2BE}"/>
              </a:ext>
            </a:extLst>
          </p:cNvPr>
          <p:cNvSpPr>
            <a:spLocks noGrp="1"/>
          </p:cNvSpPr>
          <p:nvPr>
            <p:ph sz="quarter" idx="17" hasCustomPrompt="1"/>
          </p:nvPr>
        </p:nvSpPr>
        <p:spPr>
          <a:xfrm>
            <a:off x="8197362" y="2590800"/>
            <a:ext cx="3522849" cy="3718557"/>
          </a:xfrm>
        </p:spPr>
        <p:txBody>
          <a:bodyPr anchor="t">
            <a:normAutofit/>
          </a:bodyPr>
          <a:lstStyle>
            <a:lvl1pPr marL="285750" indent="-285750">
              <a:lnSpc>
                <a:spcPct val="125000"/>
              </a:lnSpc>
              <a:spcAft>
                <a:spcPts val="600"/>
              </a:spcAft>
              <a:buFont typeface="Wingdings" panose="05000000000000000000" pitchFamily="2" charset="2"/>
              <a:buChar char="§"/>
              <a:defRPr sz="1800" b="0"/>
            </a:lvl1pPr>
            <a:lvl2pPr>
              <a:lnSpc>
                <a:spcPct val="125000"/>
              </a:lnSpc>
              <a:spcAft>
                <a:spcPts val="600"/>
              </a:spcAft>
              <a:defRPr sz="1800"/>
            </a:lvl2pPr>
            <a:lvl3pPr>
              <a:lnSpc>
                <a:spcPct val="125000"/>
              </a:lnSpc>
              <a:spcAft>
                <a:spcPts val="600"/>
              </a:spcAft>
              <a:defRPr sz="1800"/>
            </a:lvl3pPr>
            <a:lvl4pPr>
              <a:lnSpc>
                <a:spcPct val="125000"/>
              </a:lnSpc>
              <a:spcAft>
                <a:spcPts val="600"/>
              </a:spcAft>
              <a:defRPr sz="1800"/>
            </a:lvl4pPr>
            <a:lvl5pPr>
              <a:lnSpc>
                <a:spcPct val="125000"/>
              </a:lnSpc>
              <a:spcAft>
                <a:spcPts val="600"/>
              </a:spcAft>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0" name="Rectangle 9">
            <a:extLst>
              <a:ext uri="{FF2B5EF4-FFF2-40B4-BE49-F238E27FC236}">
                <a16:creationId xmlns:a16="http://schemas.microsoft.com/office/drawing/2014/main" id="{7278DD10-67BC-4E87-A788-A45C6093F5F8}"/>
              </a:ext>
              <a:ext uri="{C183D7F6-B498-43B3-948B-1728B52AA6E4}">
                <adec:decorative xmlns:adec="http://schemas.microsoft.com/office/drawing/2017/decorative" val="1"/>
              </a:ext>
            </a:extLst>
          </p:cNvPr>
          <p:cNvSpPr/>
          <p:nvPr userDrawn="1"/>
        </p:nvSpPr>
        <p:spPr>
          <a:xfrm>
            <a:off x="-1" y="962423"/>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6769F5-486B-4B48-A543-2C70359DF66E}"/>
              </a:ext>
              <a:ext uri="{C183D7F6-B498-43B3-948B-1728B52AA6E4}">
                <adec:decorative xmlns:adec="http://schemas.microsoft.com/office/drawing/2017/decorative" val="1"/>
              </a:ext>
            </a:extLst>
          </p:cNvPr>
          <p:cNvSpPr/>
          <p:nvPr userDrawn="1"/>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ooter Placeholder 4">
            <a:extLst>
              <a:ext uri="{FF2B5EF4-FFF2-40B4-BE49-F238E27FC236}">
                <a16:creationId xmlns:a16="http://schemas.microsoft.com/office/drawing/2014/main" id="{B47BB165-F380-48C4-B95B-C09C91893B2D}"/>
              </a:ext>
            </a:extLst>
          </p:cNvPr>
          <p:cNvSpPr>
            <a:spLocks noGrp="1"/>
          </p:cNvSpPr>
          <p:nvPr>
            <p:ph type="ftr" sz="quarter" idx="11"/>
          </p:nvPr>
        </p:nvSpPr>
        <p:spPr>
          <a:xfrm>
            <a:off x="1535371" y="6309360"/>
            <a:ext cx="5049579" cy="457200"/>
          </a:xfrm>
        </p:spPr>
        <p:txBody>
          <a:bodyPr/>
          <a:lstStyle/>
          <a:p>
            <a:r>
              <a:rPr lang="en-US"/>
              <a:t>Presentation Title</a:t>
            </a:r>
          </a:p>
        </p:txBody>
      </p:sp>
      <p:sp>
        <p:nvSpPr>
          <p:cNvPr id="14" name="Slide Number Placeholder 5">
            <a:extLst>
              <a:ext uri="{FF2B5EF4-FFF2-40B4-BE49-F238E27FC236}">
                <a16:creationId xmlns:a16="http://schemas.microsoft.com/office/drawing/2014/main" id="{F0805E9B-6657-4167-BD79-CAC59C0D841D}"/>
              </a:ext>
            </a:extLst>
          </p:cNvPr>
          <p:cNvSpPr>
            <a:spLocks noGrp="1"/>
          </p:cNvSpPr>
          <p:nvPr>
            <p:ph type="sldNum" sz="quarter" idx="12"/>
          </p:nvPr>
        </p:nvSpPr>
        <p:spPr>
          <a:xfrm>
            <a:off x="10569202" y="6309360"/>
            <a:ext cx="979879" cy="457200"/>
          </a:xfrm>
        </p:spPr>
        <p:txBody>
          <a:bodyPr/>
          <a:lstStyle>
            <a:lvl1pPr>
              <a:defRPr sz="1200" b="0"/>
            </a:lvl1pPr>
          </a:lstStyle>
          <a:p>
            <a:fld id="{FAEF9944-A4F6-4C59-AEBD-678D6480B8EA}" type="slidenum">
              <a:rPr lang="en-US" smtClean="0"/>
              <a:pPr/>
              <a:t>‹#›</a:t>
            </a:fld>
            <a:endParaRPr lang="en-US"/>
          </a:p>
        </p:txBody>
      </p:sp>
      <p:sp>
        <p:nvSpPr>
          <p:cNvPr id="3" name="Date Placeholder 3">
            <a:extLst>
              <a:ext uri="{FF2B5EF4-FFF2-40B4-BE49-F238E27FC236}">
                <a16:creationId xmlns:a16="http://schemas.microsoft.com/office/drawing/2014/main" id="{D0EFA1AD-93FB-148E-CFC6-A6E5D9967406}"/>
              </a:ext>
            </a:extLst>
          </p:cNvPr>
          <p:cNvSpPr>
            <a:spLocks noGrp="1"/>
          </p:cNvSpPr>
          <p:nvPr>
            <p:ph type="dt" sz="half" idx="10"/>
          </p:nvPr>
        </p:nvSpPr>
        <p:spPr>
          <a:xfrm>
            <a:off x="6678168" y="6309360"/>
            <a:ext cx="2148840" cy="457200"/>
          </a:xfrm>
        </p:spPr>
        <p:txBody>
          <a:bodyPr/>
          <a:lstStyle>
            <a:lvl1pPr algn="l">
              <a:defRPr/>
            </a:lvl1pPr>
          </a:lstStyle>
          <a:p>
            <a:r>
              <a:rPr lang="en-US"/>
              <a:t>9/8/20XX</a:t>
            </a:r>
          </a:p>
        </p:txBody>
      </p:sp>
    </p:spTree>
    <p:extLst>
      <p:ext uri="{BB962C8B-B14F-4D97-AF65-F5344CB8AC3E}">
        <p14:creationId xmlns:p14="http://schemas.microsoft.com/office/powerpoint/2010/main" val="3785763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wo Content 3">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2A19A957-1FB5-43F8-B325-BBD9FEF23E88}"/>
              </a:ext>
              <a:ext uri="{C183D7F6-B498-43B3-948B-1728B52AA6E4}">
                <adec:decorative xmlns:adec="http://schemas.microsoft.com/office/drawing/2017/decorative" val="1"/>
              </a:ext>
            </a:extLst>
          </p:cNvPr>
          <p:cNvSpPr/>
          <p:nvPr userDrawn="1"/>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0" name="Rectangle 19">
            <a:extLst>
              <a:ext uri="{FF2B5EF4-FFF2-40B4-BE49-F238E27FC236}">
                <a16:creationId xmlns:a16="http://schemas.microsoft.com/office/drawing/2014/main" id="{3FA5410A-92A6-4C0B-9D89-186B7DDB20BD}"/>
              </a:ext>
              <a:ext uri="{C183D7F6-B498-43B3-948B-1728B52AA6E4}">
                <adec:decorative xmlns:adec="http://schemas.microsoft.com/office/drawing/2017/decorative" val="1"/>
              </a:ext>
            </a:extLst>
          </p:cNvPr>
          <p:cNvSpPr/>
          <p:nvPr userDrawn="1"/>
        </p:nvSpPr>
        <p:spPr>
          <a:xfrm>
            <a:off x="0" y="0"/>
            <a:ext cx="12192000" cy="135161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1A26073-23A2-4B91-A128-79AA1BE93523}"/>
              </a:ext>
              <a:ext uri="{C183D7F6-B498-43B3-948B-1728B52AA6E4}">
                <adec:decorative xmlns:adec="http://schemas.microsoft.com/office/drawing/2017/decorative" val="1"/>
              </a:ext>
            </a:extLst>
          </p:cNvPr>
          <p:cNvSpPr/>
          <p:nvPr userDrawn="1"/>
        </p:nvSpPr>
        <p:spPr>
          <a:xfrm>
            <a:off x="1" y="1351619"/>
            <a:ext cx="12192000" cy="4749487"/>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14D5DFA-0CEA-43F0-98EE-6C9F741F7C96}"/>
              </a:ext>
              <a:ext uri="{C183D7F6-B498-43B3-948B-1728B52AA6E4}">
                <adec:decorative xmlns:adec="http://schemas.microsoft.com/office/drawing/2017/decorative" val="1"/>
              </a:ext>
            </a:extLst>
          </p:cNvPr>
          <p:cNvSpPr/>
          <p:nvPr userDrawn="1"/>
        </p:nvSpPr>
        <p:spPr>
          <a:xfrm>
            <a:off x="1" y="6107836"/>
            <a:ext cx="4651248" cy="750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5E19795B-1103-80EF-6098-1E8371D07DB8}"/>
              </a:ext>
            </a:extLst>
          </p:cNvPr>
          <p:cNvSpPr>
            <a:spLocks noGrp="1"/>
          </p:cNvSpPr>
          <p:nvPr>
            <p:ph type="title" hasCustomPrompt="1"/>
          </p:nvPr>
        </p:nvSpPr>
        <p:spPr>
          <a:xfrm>
            <a:off x="648935" y="91439"/>
            <a:ext cx="10900146" cy="1168739"/>
          </a:xfrm>
        </p:spPr>
        <p:txBody>
          <a:bodyPr tIns="182880" anchor="ctr" anchorCtr="0">
            <a:noAutofit/>
          </a:bodyPr>
          <a:lstStyle>
            <a:lvl1pPr>
              <a:lnSpc>
                <a:spcPct val="100000"/>
              </a:lnSpc>
              <a:defRPr sz="3200">
                <a:solidFill>
                  <a:schemeClr val="bg1"/>
                </a:solidFill>
              </a:defRPr>
            </a:lvl1pPr>
          </a:lstStyle>
          <a:p>
            <a:r>
              <a:rPr lang="en-US">
                <a:solidFill>
                  <a:schemeClr val="bg1"/>
                </a:solidFill>
              </a:rPr>
              <a:t>Click to add title</a:t>
            </a:r>
          </a:p>
        </p:txBody>
      </p:sp>
      <p:sp>
        <p:nvSpPr>
          <p:cNvPr id="3" name="Content Placeholder 2">
            <a:extLst>
              <a:ext uri="{FF2B5EF4-FFF2-40B4-BE49-F238E27FC236}">
                <a16:creationId xmlns:a16="http://schemas.microsoft.com/office/drawing/2014/main" id="{7ED4F766-C576-F298-E93A-CD0D832F8E4F}"/>
              </a:ext>
            </a:extLst>
          </p:cNvPr>
          <p:cNvSpPr>
            <a:spLocks noGrp="1"/>
          </p:cNvSpPr>
          <p:nvPr>
            <p:ph sz="quarter" idx="14" hasCustomPrompt="1"/>
          </p:nvPr>
        </p:nvSpPr>
        <p:spPr>
          <a:xfrm>
            <a:off x="648935" y="1646102"/>
            <a:ext cx="3819652" cy="4160520"/>
          </a:xfrm>
        </p:spPr>
        <p:txBody>
          <a:bodyPr anchor="t">
            <a:normAutofit/>
          </a:bodyPr>
          <a:lstStyle>
            <a:lvl1pPr>
              <a:lnSpc>
                <a:spcPct val="125000"/>
              </a:lnSpc>
              <a:spcAft>
                <a:spcPts val="600"/>
              </a:spcAft>
              <a:defRPr sz="1800" b="0"/>
            </a:lvl1pPr>
            <a:lvl2pPr>
              <a:lnSpc>
                <a:spcPct val="125000"/>
              </a:lnSpc>
              <a:spcAft>
                <a:spcPts val="600"/>
              </a:spcAft>
              <a:defRPr sz="1800"/>
            </a:lvl2pPr>
            <a:lvl3pPr>
              <a:lnSpc>
                <a:spcPct val="125000"/>
              </a:lnSpc>
              <a:spcAft>
                <a:spcPts val="600"/>
              </a:spcAft>
              <a:defRPr sz="1800"/>
            </a:lvl3pPr>
            <a:lvl4pPr>
              <a:lnSpc>
                <a:spcPct val="125000"/>
              </a:lnSpc>
              <a:spcAft>
                <a:spcPts val="600"/>
              </a:spcAft>
              <a:defRPr sz="1800"/>
            </a:lvl4pPr>
            <a:lvl5pPr>
              <a:lnSpc>
                <a:spcPct val="125000"/>
              </a:lnSpc>
              <a:spcAft>
                <a:spcPts val="600"/>
              </a:spcAft>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9" name="Rectangle 8">
            <a:extLst>
              <a:ext uri="{FF2B5EF4-FFF2-40B4-BE49-F238E27FC236}">
                <a16:creationId xmlns:a16="http://schemas.microsoft.com/office/drawing/2014/main" id="{8352712D-F957-4B22-8B50-BE10410FF895}"/>
              </a:ext>
              <a:ext uri="{C183D7F6-B498-43B3-948B-1728B52AA6E4}">
                <adec:decorative xmlns:adec="http://schemas.microsoft.com/office/drawing/2017/decorative" val="1"/>
              </a:ext>
            </a:extLst>
          </p:cNvPr>
          <p:cNvSpPr/>
          <p:nvPr userDrawn="1"/>
        </p:nvSpPr>
        <p:spPr>
          <a:xfrm>
            <a:off x="1524" y="6101107"/>
            <a:ext cx="1218895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ooter Placeholder 29">
            <a:extLst>
              <a:ext uri="{FF2B5EF4-FFF2-40B4-BE49-F238E27FC236}">
                <a16:creationId xmlns:a16="http://schemas.microsoft.com/office/drawing/2014/main" id="{26FD74F8-42BB-4CB4-ABF1-5F149743B464}"/>
              </a:ext>
            </a:extLst>
          </p:cNvPr>
          <p:cNvSpPr>
            <a:spLocks noGrp="1"/>
          </p:cNvSpPr>
          <p:nvPr>
            <p:ph type="ftr" sz="quarter" idx="11"/>
          </p:nvPr>
        </p:nvSpPr>
        <p:spPr>
          <a:xfrm>
            <a:off x="642917" y="6309360"/>
            <a:ext cx="3423986" cy="457200"/>
          </a:xfrm>
        </p:spPr>
        <p:txBody>
          <a:bodyPr/>
          <a:lstStyle>
            <a:lvl1pPr>
              <a:defRPr>
                <a:solidFill>
                  <a:schemeClr val="bg1"/>
                </a:solidFill>
              </a:defRPr>
            </a:lvl1pPr>
          </a:lstStyle>
          <a:p>
            <a:r>
              <a:rPr lang="en-US"/>
              <a:t>Presentation Title</a:t>
            </a:r>
            <a:endParaRPr lang="en-US">
              <a:solidFill>
                <a:schemeClr val="bg1"/>
              </a:solidFill>
            </a:endParaRPr>
          </a:p>
        </p:txBody>
      </p:sp>
      <p:sp>
        <p:nvSpPr>
          <p:cNvPr id="10" name="Date Placeholder 28">
            <a:extLst>
              <a:ext uri="{FF2B5EF4-FFF2-40B4-BE49-F238E27FC236}">
                <a16:creationId xmlns:a16="http://schemas.microsoft.com/office/drawing/2014/main" id="{5B031752-6400-4BFB-979F-E2EE795E4B90}"/>
              </a:ext>
            </a:extLst>
          </p:cNvPr>
          <p:cNvSpPr>
            <a:spLocks noGrp="1"/>
          </p:cNvSpPr>
          <p:nvPr>
            <p:ph type="dt" sz="half" idx="10"/>
          </p:nvPr>
        </p:nvSpPr>
        <p:spPr>
          <a:xfrm>
            <a:off x="5373620" y="6309360"/>
            <a:ext cx="3411973" cy="457200"/>
          </a:xfrm>
        </p:spPr>
        <p:txBody>
          <a:bodyPr/>
          <a:lstStyle>
            <a:lvl1pPr>
              <a:defRPr>
                <a:solidFill>
                  <a:schemeClr val="tx2"/>
                </a:solidFill>
              </a:defRPr>
            </a:lvl1pPr>
          </a:lstStyle>
          <a:p>
            <a:r>
              <a:rPr lang="en-US"/>
              <a:t>9/8/20XX</a:t>
            </a:r>
          </a:p>
        </p:txBody>
      </p:sp>
      <p:sp>
        <p:nvSpPr>
          <p:cNvPr id="12" name="Slide Number Placeholder 30">
            <a:extLst>
              <a:ext uri="{FF2B5EF4-FFF2-40B4-BE49-F238E27FC236}">
                <a16:creationId xmlns:a16="http://schemas.microsoft.com/office/drawing/2014/main" id="{6A5CAEAF-7DEC-4B20-8B1E-301A9D0E684A}"/>
              </a:ext>
            </a:extLst>
          </p:cNvPr>
          <p:cNvSpPr>
            <a:spLocks noGrp="1"/>
          </p:cNvSpPr>
          <p:nvPr>
            <p:ph type="sldNum" sz="quarter" idx="12"/>
          </p:nvPr>
        </p:nvSpPr>
        <p:spPr>
          <a:xfrm>
            <a:off x="10569202" y="6309360"/>
            <a:ext cx="979879" cy="457200"/>
          </a:xfrm>
        </p:spPr>
        <p:txBody>
          <a:bodyPr/>
          <a:lstStyle>
            <a:lvl1pPr>
              <a:defRPr sz="1200" b="0"/>
            </a:lvl1pPr>
          </a:lstStyle>
          <a:p>
            <a:fld id="{FAEF9944-A4F6-4C59-AEBD-678D6480B8EA}" type="slidenum">
              <a:rPr lang="en-US" smtClean="0"/>
              <a:pPr/>
              <a:t>‹#›</a:t>
            </a:fld>
            <a:endParaRPr lang="en-US"/>
          </a:p>
        </p:txBody>
      </p:sp>
      <p:sp>
        <p:nvSpPr>
          <p:cNvPr id="13" name="Rectangle 12">
            <a:extLst>
              <a:ext uri="{FF2B5EF4-FFF2-40B4-BE49-F238E27FC236}">
                <a16:creationId xmlns:a16="http://schemas.microsoft.com/office/drawing/2014/main" id="{70B696A3-EA34-4924-9037-E330B1CB890E}"/>
              </a:ext>
              <a:ext uri="{C183D7F6-B498-43B3-948B-1728B52AA6E4}">
                <adec:decorative xmlns:adec="http://schemas.microsoft.com/office/drawing/2017/decorative" val="1"/>
              </a:ext>
            </a:extLst>
          </p:cNvPr>
          <p:cNvSpPr/>
          <p:nvPr userDrawn="1"/>
        </p:nvSpPr>
        <p:spPr>
          <a:xfrm>
            <a:off x="4633798" y="6117631"/>
            <a:ext cx="64008" cy="74036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2">
            <a:extLst>
              <a:ext uri="{FF2B5EF4-FFF2-40B4-BE49-F238E27FC236}">
                <a16:creationId xmlns:a16="http://schemas.microsoft.com/office/drawing/2014/main" id="{2E94D0A7-4358-49BF-96EE-8DEB6F4DCF56}"/>
              </a:ext>
            </a:extLst>
          </p:cNvPr>
          <p:cNvSpPr>
            <a:spLocks noGrp="1"/>
          </p:cNvSpPr>
          <p:nvPr>
            <p:ph sz="quarter" idx="19" hasCustomPrompt="1"/>
          </p:nvPr>
        </p:nvSpPr>
        <p:spPr>
          <a:xfrm>
            <a:off x="4679661" y="1646102"/>
            <a:ext cx="6863403" cy="4160520"/>
          </a:xfrm>
        </p:spPr>
        <p:txBody>
          <a:bodyPr anchor="t">
            <a:normAutofit/>
          </a:bodyPr>
          <a:lstStyle>
            <a:lvl1pPr marL="0" indent="0">
              <a:lnSpc>
                <a:spcPct val="125000"/>
              </a:lnSpc>
              <a:spcAft>
                <a:spcPts val="600"/>
              </a:spcAft>
              <a:buNone/>
              <a:defRPr sz="1800" b="0"/>
            </a:lvl1pPr>
            <a:lvl2pPr marL="283464">
              <a:lnSpc>
                <a:spcPct val="125000"/>
              </a:lnSpc>
              <a:spcAft>
                <a:spcPts val="600"/>
              </a:spcAft>
              <a:defRPr sz="1800"/>
            </a:lvl2pPr>
            <a:lvl3pPr marL="566928">
              <a:lnSpc>
                <a:spcPct val="125000"/>
              </a:lnSpc>
              <a:spcAft>
                <a:spcPts val="600"/>
              </a:spcAft>
              <a:defRPr sz="1800"/>
            </a:lvl3pPr>
            <a:lvl4pPr marL="850392">
              <a:lnSpc>
                <a:spcPct val="125000"/>
              </a:lnSpc>
              <a:spcAft>
                <a:spcPts val="600"/>
              </a:spcAft>
              <a:defRPr sz="1800"/>
            </a:lvl4pPr>
            <a:lvl5pPr marL="1133856">
              <a:lnSpc>
                <a:spcPct val="125000"/>
              </a:lnSpc>
              <a:spcAft>
                <a:spcPts val="600"/>
              </a:spcAft>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998697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ontent 1">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3DC2F0A-1748-49AE-AF72-D6BBB4F8FEC3}"/>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83DF7B1-E0C5-4E09-BB5C-F11EA14D7C95}"/>
              </a:ext>
              <a:ext uri="{C183D7F6-B498-43B3-948B-1728B52AA6E4}">
                <adec:decorative xmlns:adec="http://schemas.microsoft.com/office/drawing/2017/decorative" val="1"/>
              </a:ext>
            </a:extLst>
          </p:cNvPr>
          <p:cNvSpPr/>
          <p:nvPr userDrawn="1"/>
        </p:nvSpPr>
        <p:spPr>
          <a:xfrm>
            <a:off x="0" y="866789"/>
            <a:ext cx="6833381" cy="25942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BBC678EC-E47C-4AC2-A75A-7022CECD0031}"/>
              </a:ext>
            </a:extLst>
          </p:cNvPr>
          <p:cNvSpPr>
            <a:spLocks noGrp="1"/>
          </p:cNvSpPr>
          <p:nvPr>
            <p:ph type="title" hasCustomPrompt="1"/>
          </p:nvPr>
        </p:nvSpPr>
        <p:spPr>
          <a:xfrm>
            <a:off x="1434622" y="848455"/>
            <a:ext cx="5102365" cy="2601914"/>
          </a:xfrm>
        </p:spPr>
        <p:txBody>
          <a:bodyPr tIns="182880" anchor="ctr" anchorCtr="0">
            <a:noAutofit/>
          </a:bodyPr>
          <a:lstStyle>
            <a:lvl1pPr>
              <a:lnSpc>
                <a:spcPct val="100000"/>
              </a:lnSpc>
              <a:defRPr sz="3200" cap="all" baseline="0">
                <a:solidFill>
                  <a:schemeClr val="bg1"/>
                </a:solidFill>
              </a:defRPr>
            </a:lvl1pPr>
          </a:lstStyle>
          <a:p>
            <a:r>
              <a:rPr lang="en-US">
                <a:solidFill>
                  <a:schemeClr val="bg1"/>
                </a:solidFill>
              </a:rPr>
              <a:t>CLICK TO ADD TITLE</a:t>
            </a:r>
          </a:p>
        </p:txBody>
      </p:sp>
      <p:sp>
        <p:nvSpPr>
          <p:cNvPr id="9" name="Rectangle 8">
            <a:extLst>
              <a:ext uri="{FF2B5EF4-FFF2-40B4-BE49-F238E27FC236}">
                <a16:creationId xmlns:a16="http://schemas.microsoft.com/office/drawing/2014/main" id="{5E74E69A-5ABD-42DF-A2B0-997A626257D4}"/>
              </a:ext>
              <a:ext uri="{C183D7F6-B498-43B3-948B-1728B52AA6E4}">
                <adec:decorative xmlns:adec="http://schemas.microsoft.com/office/drawing/2017/decorative" val="1"/>
              </a:ext>
            </a:extLst>
          </p:cNvPr>
          <p:cNvSpPr/>
          <p:nvPr userDrawn="1"/>
        </p:nvSpPr>
        <p:spPr>
          <a:xfrm>
            <a:off x="-3063" y="920164"/>
            <a:ext cx="1070775" cy="24661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C2B6D0A-4A1F-4B59-B429-AD3FABC74F33}"/>
              </a:ext>
              <a:ext uri="{C183D7F6-B498-43B3-948B-1728B52AA6E4}">
                <adec:decorative xmlns:adec="http://schemas.microsoft.com/office/drawing/2017/decorative" val="1"/>
              </a:ext>
            </a:extLst>
          </p:cNvPr>
          <p:cNvSpPr/>
          <p:nvPr userDrawn="1"/>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B66529-F6B7-4C1C-8291-8139628DF6C0}"/>
              </a:ext>
              <a:ext uri="{C183D7F6-B498-43B3-948B-1728B52AA6E4}">
                <adec:decorative xmlns:adec="http://schemas.microsoft.com/office/drawing/2017/decorative" val="1"/>
              </a:ext>
            </a:extLst>
          </p:cNvPr>
          <p:cNvSpPr/>
          <p:nvPr userDrawn="1"/>
        </p:nvSpPr>
        <p:spPr>
          <a:xfrm>
            <a:off x="0" y="848456"/>
            <a:ext cx="6833382" cy="7170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72245B9-34B5-4F89-8EA6-C018B9D4FA46}"/>
              </a:ext>
              <a:ext uri="{C183D7F6-B498-43B3-948B-1728B52AA6E4}">
                <adec:decorative xmlns:adec="http://schemas.microsoft.com/office/drawing/2017/decorative" val="1"/>
              </a:ext>
            </a:extLst>
          </p:cNvPr>
          <p:cNvSpPr/>
          <p:nvPr userDrawn="1"/>
        </p:nvSpPr>
        <p:spPr>
          <a:xfrm>
            <a:off x="6858023" y="3442673"/>
            <a:ext cx="5333977" cy="3415328"/>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90814BE-76E8-43EC-9616-A1F02F053AD5}"/>
              </a:ext>
              <a:ext uri="{C183D7F6-B498-43B3-948B-1728B52AA6E4}">
                <adec:decorative xmlns:adec="http://schemas.microsoft.com/office/drawing/2017/decorative" val="1"/>
              </a:ext>
            </a:extLst>
          </p:cNvPr>
          <p:cNvSpPr/>
          <p:nvPr userDrawn="1"/>
        </p:nvSpPr>
        <p:spPr>
          <a:xfrm>
            <a:off x="0" y="3396996"/>
            <a:ext cx="1219200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ontent Placeholder 2">
            <a:extLst>
              <a:ext uri="{FF2B5EF4-FFF2-40B4-BE49-F238E27FC236}">
                <a16:creationId xmlns:a16="http://schemas.microsoft.com/office/drawing/2014/main" id="{F8AAA0A6-9D4B-4AA2-82F0-77E5ECF4B647}"/>
              </a:ext>
            </a:extLst>
          </p:cNvPr>
          <p:cNvSpPr>
            <a:spLocks noGrp="1"/>
          </p:cNvSpPr>
          <p:nvPr>
            <p:ph idx="1" hasCustomPrompt="1"/>
          </p:nvPr>
        </p:nvSpPr>
        <p:spPr>
          <a:xfrm>
            <a:off x="7386762" y="3928342"/>
            <a:ext cx="4162319" cy="2285000"/>
          </a:xfrm>
        </p:spPr>
        <p:txBody>
          <a:bodyPr anchor="ctr">
            <a:normAutofit/>
          </a:bodyPr>
          <a:lstStyle>
            <a:lvl1pPr marL="0" indent="0">
              <a:lnSpc>
                <a:spcPct val="100000"/>
              </a:lnSpc>
              <a:spcAft>
                <a:spcPts val="600"/>
              </a:spcAft>
              <a:buNone/>
              <a:defRPr sz="1800" b="0"/>
            </a:lvl1pPr>
          </a:lstStyle>
          <a:p>
            <a:r>
              <a:rPr lang="en-US"/>
              <a:t>Click to add text</a:t>
            </a:r>
          </a:p>
        </p:txBody>
      </p:sp>
      <p:sp>
        <p:nvSpPr>
          <p:cNvPr id="17" name="Footer Placeholder 12">
            <a:extLst>
              <a:ext uri="{FF2B5EF4-FFF2-40B4-BE49-F238E27FC236}">
                <a16:creationId xmlns:a16="http://schemas.microsoft.com/office/drawing/2014/main" id="{8E3FFD99-95F0-47A4-8642-FB9FECEC4F37}"/>
              </a:ext>
            </a:extLst>
          </p:cNvPr>
          <p:cNvSpPr>
            <a:spLocks noGrp="1"/>
          </p:cNvSpPr>
          <p:nvPr>
            <p:ph type="ftr" sz="quarter" idx="11"/>
          </p:nvPr>
        </p:nvSpPr>
        <p:spPr>
          <a:xfrm>
            <a:off x="1525917" y="6309360"/>
            <a:ext cx="4946592" cy="457200"/>
          </a:xfrm>
        </p:spPr>
        <p:txBody>
          <a:bodyPr/>
          <a:lstStyle>
            <a:lvl1pPr>
              <a:defRPr lang="en-US" sz="1200" kern="1200" spc="150" baseline="0" dirty="0">
                <a:solidFill>
                  <a:schemeClr val="tx1">
                    <a:lumMod val="75000"/>
                    <a:lumOff val="25000"/>
                  </a:schemeClr>
                </a:solidFill>
                <a:latin typeface="+mj-lt"/>
                <a:ea typeface="+mn-ea"/>
                <a:cs typeface="+mn-cs"/>
              </a:defRPr>
            </a:lvl1pPr>
          </a:lstStyle>
          <a:p>
            <a:r>
              <a:rPr lang="en-US"/>
              <a:t>Presentation Title</a:t>
            </a:r>
          </a:p>
        </p:txBody>
      </p:sp>
      <p:sp>
        <p:nvSpPr>
          <p:cNvPr id="18" name="Rectangle 17">
            <a:extLst>
              <a:ext uri="{FF2B5EF4-FFF2-40B4-BE49-F238E27FC236}">
                <a16:creationId xmlns:a16="http://schemas.microsoft.com/office/drawing/2014/main" id="{94727536-E532-4015-A178-0ABB6B09C661}"/>
              </a:ext>
              <a:ext uri="{C183D7F6-B498-43B3-948B-1728B52AA6E4}">
                <adec:decorative xmlns:adec="http://schemas.microsoft.com/office/drawing/2017/decorative" val="1"/>
              </a:ext>
            </a:extLst>
          </p:cNvPr>
          <p:cNvSpPr/>
          <p:nvPr userDrawn="1"/>
        </p:nvSpPr>
        <p:spPr>
          <a:xfrm rot="5400000">
            <a:off x="339893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1">
            <a:extLst>
              <a:ext uri="{FF2B5EF4-FFF2-40B4-BE49-F238E27FC236}">
                <a16:creationId xmlns:a16="http://schemas.microsoft.com/office/drawing/2014/main" id="{22977876-C29D-4D32-9948-303465AEC312}"/>
              </a:ext>
            </a:extLst>
          </p:cNvPr>
          <p:cNvSpPr>
            <a:spLocks noGrp="1"/>
          </p:cNvSpPr>
          <p:nvPr>
            <p:ph type="dt" sz="half" idx="10"/>
          </p:nvPr>
        </p:nvSpPr>
        <p:spPr>
          <a:xfrm>
            <a:off x="7377730" y="6309360"/>
            <a:ext cx="2736329" cy="457200"/>
          </a:xfrm>
        </p:spPr>
        <p:txBody>
          <a:bodyPr/>
          <a:lstStyle/>
          <a:p>
            <a:r>
              <a:rPr lang="en-US"/>
              <a:t>9/8/20XX</a:t>
            </a:r>
          </a:p>
        </p:txBody>
      </p:sp>
      <p:sp>
        <p:nvSpPr>
          <p:cNvPr id="20" name="Slide Number Placeholder 15">
            <a:extLst>
              <a:ext uri="{FF2B5EF4-FFF2-40B4-BE49-F238E27FC236}">
                <a16:creationId xmlns:a16="http://schemas.microsoft.com/office/drawing/2014/main" id="{6A7BC11E-2EF0-4989-9A7E-7AB377DB8534}"/>
              </a:ext>
            </a:extLst>
          </p:cNvPr>
          <p:cNvSpPr>
            <a:spLocks noGrp="1"/>
          </p:cNvSpPr>
          <p:nvPr>
            <p:ph type="sldNum" sz="quarter" idx="12"/>
          </p:nvPr>
        </p:nvSpPr>
        <p:spPr>
          <a:xfrm>
            <a:off x="10569202" y="6309360"/>
            <a:ext cx="979879" cy="457200"/>
          </a:xfrm>
        </p:spPr>
        <p:txBody>
          <a:bodyPr/>
          <a:lstStyle>
            <a:lvl1pPr>
              <a:defRPr sz="1200" b="0"/>
            </a:lvl1pPr>
          </a:lstStyle>
          <a:p>
            <a:fld id="{FAEF9944-A4F6-4C59-AEBD-678D6480B8EA}" type="slidenum">
              <a:rPr lang="en-US" smtClean="0"/>
              <a:pPr/>
              <a:t>‹#›</a:t>
            </a:fld>
            <a:endParaRPr lang="en-US"/>
          </a:p>
        </p:txBody>
      </p:sp>
      <p:sp>
        <p:nvSpPr>
          <p:cNvPr id="2" name="Rectangle 1">
            <a:extLst>
              <a:ext uri="{FF2B5EF4-FFF2-40B4-BE49-F238E27FC236}">
                <a16:creationId xmlns:a16="http://schemas.microsoft.com/office/drawing/2014/main" id="{50557ABF-B75C-BD78-1A04-E483A57A9491}"/>
              </a:ext>
              <a:ext uri="{C183D7F6-B498-43B3-948B-1728B52AA6E4}">
                <adec:decorative xmlns:adec="http://schemas.microsoft.com/office/drawing/2017/decorative" val="1"/>
              </a:ext>
            </a:extLst>
          </p:cNvPr>
          <p:cNvSpPr/>
          <p:nvPr userDrawn="1"/>
        </p:nvSpPr>
        <p:spPr>
          <a:xfrm>
            <a:off x="1067712" y="0"/>
            <a:ext cx="5728216" cy="8455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449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EA8D8870-8337-4ABD-9EA6-3D5AAB7E42D9}"/>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BAC3B2DB-2CCA-4BD4-8D63-98257049E273}"/>
              </a:ext>
              <a:ext uri="{C183D7F6-B498-43B3-948B-1728B52AA6E4}">
                <adec:decorative xmlns:adec="http://schemas.microsoft.com/office/drawing/2017/decorative" val="1"/>
              </a:ext>
            </a:extLst>
          </p:cNvPr>
          <p:cNvSpPr/>
          <p:nvPr userDrawn="1"/>
        </p:nvSpPr>
        <p:spPr>
          <a:xfrm>
            <a:off x="0" y="825689"/>
            <a:ext cx="12192000" cy="52017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itle 1">
            <a:extLst>
              <a:ext uri="{FF2B5EF4-FFF2-40B4-BE49-F238E27FC236}">
                <a16:creationId xmlns:a16="http://schemas.microsoft.com/office/drawing/2014/main" id="{324DAAC3-FA37-4838-A298-327679F99F8A}"/>
              </a:ext>
            </a:extLst>
          </p:cNvPr>
          <p:cNvSpPr>
            <a:spLocks noGrp="1"/>
          </p:cNvSpPr>
          <p:nvPr>
            <p:ph type="ctrTitle" hasCustomPrompt="1"/>
          </p:nvPr>
        </p:nvSpPr>
        <p:spPr>
          <a:xfrm>
            <a:off x="1386629" y="825687"/>
            <a:ext cx="9643772" cy="5201730"/>
          </a:xfrm>
        </p:spPr>
        <p:txBody>
          <a:bodyPr tIns="182880" anchor="ctr" anchorCtr="0">
            <a:noAutofit/>
          </a:bodyPr>
          <a:lstStyle>
            <a:lvl1pPr algn="l">
              <a:lnSpc>
                <a:spcPct val="100000"/>
              </a:lnSpc>
              <a:defRPr sz="4800" cap="all" baseline="0">
                <a:solidFill>
                  <a:schemeClr val="bg1"/>
                </a:solidFill>
              </a:defRPr>
            </a:lvl1pPr>
          </a:lstStyle>
          <a:p>
            <a:r>
              <a:rPr lang="en-US" sz="4400">
                <a:solidFill>
                  <a:schemeClr val="bg1"/>
                </a:solidFill>
              </a:rPr>
              <a:t>CLICK TO ADD TITLE</a:t>
            </a:r>
          </a:p>
        </p:txBody>
      </p:sp>
      <p:sp>
        <p:nvSpPr>
          <p:cNvPr id="56" name="Rectangle 55">
            <a:extLst>
              <a:ext uri="{FF2B5EF4-FFF2-40B4-BE49-F238E27FC236}">
                <a16:creationId xmlns:a16="http://schemas.microsoft.com/office/drawing/2014/main" id="{FB792E4C-AD3B-4E88-8540-E75759746368}"/>
              </a:ext>
              <a:ext uri="{C183D7F6-B498-43B3-948B-1728B52AA6E4}">
                <adec:decorative xmlns:adec="http://schemas.microsoft.com/office/drawing/2017/decorative" val="1"/>
              </a:ext>
            </a:extLst>
          </p:cNvPr>
          <p:cNvSpPr/>
          <p:nvPr userDrawn="1"/>
        </p:nvSpPr>
        <p:spPr>
          <a:xfrm>
            <a:off x="-1" y="889696"/>
            <a:ext cx="1070775" cy="50777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6A32632F-9ED1-4328-BBE3-B4E014156A29}"/>
              </a:ext>
              <a:ext uri="{C183D7F6-B498-43B3-948B-1728B52AA6E4}">
                <adec:decorative xmlns:adec="http://schemas.microsoft.com/office/drawing/2017/decorative" val="1"/>
              </a:ext>
            </a:extLst>
          </p:cNvPr>
          <p:cNvSpPr/>
          <p:nvPr userDrawn="1"/>
        </p:nvSpPr>
        <p:spPr>
          <a:xfrm rot="5400000">
            <a:off x="-236512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EA124D3C-01E3-4B96-BDF0-54851D1739D0}"/>
              </a:ext>
              <a:ext uri="{C183D7F6-B498-43B3-948B-1728B52AA6E4}">
                <adec:decorative xmlns:adec="http://schemas.microsoft.com/office/drawing/2017/decorative" val="1"/>
              </a:ext>
            </a:extLst>
          </p:cNvPr>
          <p:cNvSpPr/>
          <p:nvPr userDrawn="1"/>
        </p:nvSpPr>
        <p:spPr>
          <a:xfrm rot="5400000">
            <a:off x="765851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67A64FF-37A7-4837-8033-CBEA22697ECA}"/>
              </a:ext>
              <a:ext uri="{C183D7F6-B498-43B3-948B-1728B52AA6E4}">
                <adec:decorative xmlns:adec="http://schemas.microsoft.com/office/drawing/2017/decorative" val="1"/>
              </a:ext>
            </a:extLst>
          </p:cNvPr>
          <p:cNvSpPr/>
          <p:nvPr userDrawn="1"/>
        </p:nvSpPr>
        <p:spPr>
          <a:xfrm>
            <a:off x="11119516" y="896046"/>
            <a:ext cx="1070775" cy="50777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FC0C09F-8990-542B-199E-E6FADE2FEEFB}"/>
              </a:ext>
              <a:ext uri="{C183D7F6-B498-43B3-948B-1728B52AA6E4}">
                <adec:decorative xmlns:adec="http://schemas.microsoft.com/office/drawing/2017/decorative" val="1"/>
              </a:ext>
            </a:extLst>
          </p:cNvPr>
          <p:cNvSpPr/>
          <p:nvPr userDrawn="1"/>
        </p:nvSpPr>
        <p:spPr>
          <a:xfrm>
            <a:off x="11119516" y="0"/>
            <a:ext cx="1070775" cy="8256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1F6F60C3-341E-9533-2415-66360A254A78}"/>
              </a:ext>
              <a:ext uri="{C183D7F6-B498-43B3-948B-1728B52AA6E4}">
                <adec:decorative xmlns:adec="http://schemas.microsoft.com/office/drawing/2017/decorative" val="1"/>
              </a:ext>
            </a:extLst>
          </p:cNvPr>
          <p:cNvSpPr/>
          <p:nvPr userDrawn="1"/>
        </p:nvSpPr>
        <p:spPr>
          <a:xfrm>
            <a:off x="11119515" y="6027421"/>
            <a:ext cx="1070775" cy="8305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4753914"/>
      </p:ext>
    </p:extLst>
  </p:cSld>
  <p:clrMapOvr>
    <a:masterClrMapping/>
  </p:clrMapOvr>
  <p:extLst>
    <p:ext uri="{DCECCB84-F9BA-43D5-87BE-67443E8EF086}">
      <p15:sldGuideLst xmlns:p15="http://schemas.microsoft.com/office/powerpoint/2012/main">
        <p15:guide id="1" orient="horz" pos="405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786F82F-1B47-46ED-8EAE-53EF71E59E9A}"/>
              </a:ext>
            </a:extLst>
          </p:cNvPr>
          <p:cNvSpPr/>
          <p:nvPr/>
        </p:nvSpPr>
        <p:spPr>
          <a:xfrm>
            <a:off x="4718302" y="0"/>
            <a:ext cx="747369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42918" y="705113"/>
            <a:ext cx="3411973" cy="5197498"/>
          </a:xfrm>
          <a:prstGeom prst="rect">
            <a:avLst/>
          </a:prstGeom>
        </p:spPr>
        <p:txBody>
          <a:bodyPr vert="horz" lIns="109728" tIns="109728" rIns="109728" bIns="91440" rtlCol="0" anchor="ctr">
            <a:normAutofit/>
          </a:bodyPr>
          <a:lstStyle/>
          <a:p>
            <a:r>
              <a:rPr lang="en-US"/>
              <a:t>Click to edit Master title style</a:t>
            </a:r>
          </a:p>
        </p:txBody>
      </p:sp>
      <p:sp>
        <p:nvSpPr>
          <p:cNvPr id="3" name="Text Placeholder 2"/>
          <p:cNvSpPr>
            <a:spLocks noGrp="1"/>
          </p:cNvSpPr>
          <p:nvPr>
            <p:ph type="body" idx="1"/>
          </p:nvPr>
        </p:nvSpPr>
        <p:spPr>
          <a:xfrm>
            <a:off x="5376671" y="705113"/>
            <a:ext cx="6172412" cy="5197497"/>
          </a:xfrm>
          <a:prstGeom prst="rect">
            <a:avLst/>
          </a:prstGeom>
        </p:spPr>
        <p:txBody>
          <a:bodyPr vert="horz" lIns="109728" tIns="109728" rIns="109728" bIns="9144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42917" y="6309360"/>
            <a:ext cx="3411973" cy="457200"/>
          </a:xfrm>
          <a:prstGeom prst="rect">
            <a:avLst/>
          </a:prstGeom>
        </p:spPr>
        <p:txBody>
          <a:bodyPr vert="horz" lIns="109728" tIns="109728" rIns="109728" bIns="91440" rtlCol="0" anchor="ctr"/>
          <a:lstStyle>
            <a:lvl1pPr algn="l">
              <a:defRPr sz="1200" spc="150" baseline="0">
                <a:solidFill>
                  <a:schemeClr val="tx1">
                    <a:lumMod val="75000"/>
                    <a:lumOff val="25000"/>
                  </a:schemeClr>
                </a:solidFill>
                <a:latin typeface="+mj-lt"/>
              </a:defRPr>
            </a:lvl1pPr>
          </a:lstStyle>
          <a:p>
            <a:r>
              <a:rPr lang="en-US"/>
              <a:t>9/8/20XX</a:t>
            </a:r>
          </a:p>
        </p:txBody>
      </p:sp>
      <p:sp>
        <p:nvSpPr>
          <p:cNvPr id="5" name="Footer Placeholder 4"/>
          <p:cNvSpPr>
            <a:spLocks noGrp="1"/>
          </p:cNvSpPr>
          <p:nvPr>
            <p:ph type="ftr" sz="quarter" idx="3"/>
          </p:nvPr>
        </p:nvSpPr>
        <p:spPr>
          <a:xfrm>
            <a:off x="5376670" y="6309360"/>
            <a:ext cx="4946592" cy="457200"/>
          </a:xfrm>
          <a:prstGeom prst="rect">
            <a:avLst/>
          </a:prstGeom>
        </p:spPr>
        <p:txBody>
          <a:bodyPr vert="horz" lIns="109728" tIns="109728" rIns="109728" bIns="91440" rtlCol="0" anchor="ctr"/>
          <a:lstStyle>
            <a:lvl1pPr algn="l">
              <a:defRPr sz="1200" spc="150" baseline="0">
                <a:solidFill>
                  <a:schemeClr val="tx1">
                    <a:lumMod val="75000"/>
                    <a:lumOff val="25000"/>
                  </a:schemeClr>
                </a:solidFill>
                <a:latin typeface="+mj-lt"/>
              </a:defRPr>
            </a:lvl1pPr>
          </a:lstStyle>
          <a:p>
            <a:r>
              <a:rPr lang="en-US"/>
              <a:t>Presentation Title</a:t>
            </a:r>
          </a:p>
        </p:txBody>
      </p:sp>
      <p:sp>
        <p:nvSpPr>
          <p:cNvPr id="6" name="Slide Number Placeholder 5"/>
          <p:cNvSpPr>
            <a:spLocks noGrp="1"/>
          </p:cNvSpPr>
          <p:nvPr>
            <p:ph type="sldNum" sz="quarter" idx="4"/>
          </p:nvPr>
        </p:nvSpPr>
        <p:spPr>
          <a:xfrm>
            <a:off x="10569202" y="6309360"/>
            <a:ext cx="979879" cy="457200"/>
          </a:xfrm>
          <a:prstGeom prst="rect">
            <a:avLst/>
          </a:prstGeom>
        </p:spPr>
        <p:txBody>
          <a:bodyPr vert="horz" lIns="109728" tIns="109728" rIns="109728" bIns="91440" rtlCol="0" anchor="b"/>
          <a:lstStyle>
            <a:lvl1pPr algn="r">
              <a:defRPr sz="1600" b="1" spc="150" baseline="0">
                <a:solidFill>
                  <a:schemeClr val="tx1">
                    <a:lumMod val="75000"/>
                    <a:lumOff val="25000"/>
                  </a:schemeClr>
                </a:solidFill>
                <a:latin typeface="+mj-lt"/>
              </a:defRPr>
            </a:lvl1pPr>
          </a:lstStyle>
          <a:p>
            <a:fld id="{FAEF9944-A4F6-4C59-AEBD-678D6480B8EA}" type="slidenum">
              <a:rPr lang="en-US" smtClean="0"/>
              <a:pPr/>
              <a:t>‹#›</a:t>
            </a:fld>
            <a:endParaRPr lang="en-US"/>
          </a:p>
        </p:txBody>
      </p:sp>
      <p:sp>
        <p:nvSpPr>
          <p:cNvPr id="21" name="Rectangle 20">
            <a:extLst>
              <a:ext uri="{FF2B5EF4-FFF2-40B4-BE49-F238E27FC236}">
                <a16:creationId xmlns:a16="http://schemas.microsoft.com/office/drawing/2014/main" id="{EF1BAF6F-6275-4646-9C59-331B29B9550F}"/>
              </a:ext>
            </a:extLst>
          </p:cNvPr>
          <p:cNvSpPr/>
          <p:nvPr/>
        </p:nvSpPr>
        <p:spPr>
          <a:xfrm rot="5400000">
            <a:off x="1257298"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7018234"/>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2" r:id="rId15"/>
    <p:sldLayoutId id="2147483704" r:id="rId16"/>
    <p:sldLayoutId id="2147483707" r:id="rId17"/>
    <p:sldLayoutId id="2147483709" r:id="rId18"/>
    <p:sldLayoutId id="2147483682" r:id="rId19"/>
  </p:sldLayoutIdLst>
  <p:hf sldNum="0" hdr="0" ftr="0" dt="0"/>
  <p:txStyles>
    <p:titleStyle>
      <a:lvl1pPr algn="l" defTabSz="914400" rtl="0" eaLnBrk="1" latinLnBrk="0" hangingPunct="1">
        <a:lnSpc>
          <a:spcPct val="150000"/>
        </a:lnSpc>
        <a:spcBef>
          <a:spcPct val="0"/>
        </a:spcBef>
        <a:buNone/>
        <a:defRPr sz="3600" b="1" kern="1200" spc="150" baseline="0">
          <a:solidFill>
            <a:schemeClr val="tx1">
              <a:lumMod val="75000"/>
              <a:lumOff val="25000"/>
            </a:schemeClr>
          </a:solidFill>
          <a:latin typeface="+mj-lt"/>
          <a:ea typeface="+mj-ea"/>
          <a:cs typeface="+mj-cs"/>
        </a:defRPr>
      </a:lvl1pPr>
    </p:titleStyle>
    <p:body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848">
          <p15:clr>
            <a:srgbClr val="F26B43"/>
          </p15:clr>
        </p15:guide>
        <p15:guide id="2" orient="horz" pos="3960">
          <p15:clr>
            <a:srgbClr val="F26B43"/>
          </p15:clr>
        </p15:guide>
        <p15:guide id="3" orient="horz" pos="1536">
          <p15:clr>
            <a:srgbClr val="F26B43"/>
          </p15:clr>
        </p15:guide>
        <p15:guide id="4" orient="horz" pos="3840">
          <p15:clr>
            <a:srgbClr val="F26B43"/>
          </p15:clr>
        </p15:guide>
        <p15:guide id="5" pos="4416">
          <p15:clr>
            <a:srgbClr val="F26B43"/>
          </p15:clr>
        </p15:guide>
        <p15:guide id="6" pos="4800">
          <p15:clr>
            <a:srgbClr val="F26B43"/>
          </p15:clr>
        </p15:guide>
        <p15:guide id="7" orient="horz" pos="360">
          <p15:clr>
            <a:srgbClr val="F26B43"/>
          </p15:clr>
        </p15:guide>
        <p15:guide id="8" pos="7368">
          <p15:clr>
            <a:srgbClr val="F26B43"/>
          </p15:clr>
        </p15:guide>
        <p15:guide id="9" pos="2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hyperlink" Target="https://pixnio.com/fr/transport-vehicules/camions/grand-camion-expedition-moteur-diesel-vehicule-transport-cargaison"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bing.com/images/search?view=detailV2&amp;ccid=48bZlPTL&amp;id=6FD43F8BD7F80D73E91E739BD9F45D32574D0AFF&amp;thid=OIP.48bZlPTLJfCby3FdZXGJxwHaEq&amp;mediaurl=https%3a%2f%2fwww.researchgate.net%2fpublication%2f351700506%2ffigure%2ffig1%2fAS%3a1025333360861184%401621469931362%2fAn-example-solution-of-the-VRP.png&amp;cdnurl=https%3a%2f%2fth.bing.com%2fth%2fid%2fR.e3c6d994f4cb25f09bcb715d657189c7%3frik%3d%252fwpNVzJd9Nmbcw%26pid%3dImgRaw%26r%3d0&amp;exph=421&amp;expw=668&amp;q=picture+of+vrp+improvement+heuristic+operator+disconnect+recconnect&amp;FORM=IRPRST&amp;ck=88115DB06908637D143CFB0A67AA9A96&amp;selectedIndex=0&amp;itb=0"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researchgate.net/publication/363632926/figure/fig1/AS:11431281084854835@1663430130392/Clarke-and-Wright-Savings-algorithm-applied-in-a-CVRP-instance-On-the-left-we.png" TargetMode="Externa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tse3.mm.bing.net/th/id/OIP.Zd4lAmIE5K02xK9ZLM0FEgHaFH?pid=ImgDet&amp;w=200&amp;h=138&amp;c=7&amp;dpr=1.5&amp;o=7&amp;rm=3"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tse1.mm.bing.net/th/id/OIP.o23qbpTRWbJClOCkOckvlgHaGN?pid=ImgDet&amp;w=200&amp;h=167&amp;c=7&amp;dpr=1.5&amp;o=7&amp;rm=3" TargetMode="Externa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hyperlink" Target="https://tse3.mm.bing.net/th/id/OIP.8i1qAZSDZl0etyjhMZdwpwHaFO?pid=ImgDet&amp;w=200&amp;h=140&amp;c=7&amp;dpr=1.5&amp;o=7&amp;rm=3"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xml"/><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8.svg"/><Relationship Id="rId7" Type="http://schemas.openxmlformats.org/officeDocument/2006/relationships/diagramColors" Target="../diagrams/colors1.xml"/><Relationship Id="rId2" Type="http://schemas.openxmlformats.org/officeDocument/2006/relationships/image" Target="../media/image37.png"/><Relationship Id="rId1" Type="http://schemas.openxmlformats.org/officeDocument/2006/relationships/slideLayout" Target="../slideLayouts/slideLayout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17.xml"/><Relationship Id="rId5" Type="http://schemas.openxmlformats.org/officeDocument/2006/relationships/image" Target="../media/image41.png"/><Relationship Id="rId4" Type="http://schemas.openxmlformats.org/officeDocument/2006/relationships/image" Target="../media/image4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814B6A3-5F3E-4909-8ED5-87FE82492264}"/>
              </a:ext>
            </a:extLst>
          </p:cNvPr>
          <p:cNvSpPr>
            <a:spLocks noGrp="1"/>
          </p:cNvSpPr>
          <p:nvPr>
            <p:ph type="ctrTitle"/>
          </p:nvPr>
        </p:nvSpPr>
        <p:spPr>
          <a:xfrm>
            <a:off x="1075113" y="1798991"/>
            <a:ext cx="10041774" cy="3260018"/>
          </a:xfrm>
        </p:spPr>
        <p:txBody>
          <a:bodyPr vert="horz" lIns="109728" tIns="109728" rIns="109728" bIns="91440" rtlCol="0" anchor="ctr">
            <a:normAutofit/>
          </a:bodyPr>
          <a:lstStyle/>
          <a:p>
            <a:r>
              <a:rPr lang="en-US" sz="3600" cap="none">
                <a:latin typeface="Amasis MT Pro Light"/>
              </a:rPr>
              <a:t>Using Tour Length Estimators to Improve Vehicle Routing Problem Solutions</a:t>
            </a:r>
            <a:br>
              <a:rPr lang="en-US" sz="3600" cap="none">
                <a:latin typeface="Amasis MT Pro Light"/>
              </a:rPr>
            </a:br>
            <a:r>
              <a:rPr lang="en-US" sz="3600" cap="none">
                <a:latin typeface="Amasis MT Pro Light"/>
              </a:rPr>
              <a:t> </a:t>
            </a:r>
            <a:endParaRPr lang="en-US" sz="3600" cap="none">
              <a:latin typeface="Amasis MT Pro Light" panose="020F0502020204030204" pitchFamily="18" charset="0"/>
            </a:endParaRPr>
          </a:p>
        </p:txBody>
      </p:sp>
      <p:sp>
        <p:nvSpPr>
          <p:cNvPr id="2" name="Title 6">
            <a:extLst>
              <a:ext uri="{FF2B5EF4-FFF2-40B4-BE49-F238E27FC236}">
                <a16:creationId xmlns:a16="http://schemas.microsoft.com/office/drawing/2014/main" id="{F52F6AF3-D86F-15BF-6960-0FC4D5DBEF30}"/>
              </a:ext>
            </a:extLst>
          </p:cNvPr>
          <p:cNvSpPr txBox="1">
            <a:spLocks/>
          </p:cNvSpPr>
          <p:nvPr/>
        </p:nvSpPr>
        <p:spPr>
          <a:xfrm>
            <a:off x="1075113" y="6122322"/>
            <a:ext cx="9643772" cy="735678"/>
          </a:xfrm>
          <a:prstGeom prst="rect">
            <a:avLst/>
          </a:prstGeom>
        </p:spPr>
        <p:txBody>
          <a:bodyPr vert="horz" lIns="109728" tIns="109728" rIns="109728" bIns="91440" rtlCol="0" anchor="ctr" anchorCtr="0">
            <a:normAutofit/>
          </a:bodyPr>
          <a:lstStyle>
            <a:lvl1pPr algn="l" defTabSz="914400" rtl="0" eaLnBrk="1" latinLnBrk="0" hangingPunct="1">
              <a:lnSpc>
                <a:spcPct val="100000"/>
              </a:lnSpc>
              <a:spcBef>
                <a:spcPct val="0"/>
              </a:spcBef>
              <a:buNone/>
              <a:defRPr sz="4800" b="1" kern="1200" cap="all" spc="150" baseline="0">
                <a:solidFill>
                  <a:schemeClr val="bg1"/>
                </a:solidFill>
                <a:latin typeface="+mj-lt"/>
                <a:ea typeface="+mj-ea"/>
                <a:cs typeface="+mj-cs"/>
              </a:defRPr>
            </a:lvl1pPr>
          </a:lstStyle>
          <a:p>
            <a:r>
              <a:rPr lang="en-US" sz="2200" cap="none">
                <a:solidFill>
                  <a:schemeClr val="tx1"/>
                </a:solidFill>
                <a:latin typeface="Amasis MT Pro Light" panose="020F0502020204030204" pitchFamily="18" charset="0"/>
              </a:rPr>
              <a:t>Stephen Feldman</a:t>
            </a:r>
          </a:p>
        </p:txBody>
      </p:sp>
    </p:spTree>
    <p:extLst>
      <p:ext uri="{BB962C8B-B14F-4D97-AF65-F5344CB8AC3E}">
        <p14:creationId xmlns:p14="http://schemas.microsoft.com/office/powerpoint/2010/main" val="23239072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DE6B89-9484-4E50-8387-C55E031D8549}"/>
              </a:ext>
            </a:extLst>
          </p:cNvPr>
          <p:cNvSpPr>
            <a:spLocks noGrp="1"/>
          </p:cNvSpPr>
          <p:nvPr>
            <p:ph type="title"/>
          </p:nvPr>
        </p:nvSpPr>
        <p:spPr/>
        <p:txBody>
          <a:bodyPr>
            <a:normAutofit/>
          </a:bodyPr>
          <a:lstStyle/>
          <a:p>
            <a:r>
              <a:rPr lang="en-US"/>
              <a:t>Agenda</a:t>
            </a:r>
          </a:p>
        </p:txBody>
      </p:sp>
      <p:sp>
        <p:nvSpPr>
          <p:cNvPr id="5" name="Content Placeholder 4">
            <a:extLst>
              <a:ext uri="{FF2B5EF4-FFF2-40B4-BE49-F238E27FC236}">
                <a16:creationId xmlns:a16="http://schemas.microsoft.com/office/drawing/2014/main" id="{30EB58E2-A9A0-481A-8B5B-381B836CE40B}"/>
              </a:ext>
            </a:extLst>
          </p:cNvPr>
          <p:cNvSpPr>
            <a:spLocks noGrp="1"/>
          </p:cNvSpPr>
          <p:nvPr>
            <p:ph sz="quarter" idx="14"/>
          </p:nvPr>
        </p:nvSpPr>
        <p:spPr/>
        <p:txBody>
          <a:bodyPr>
            <a:normAutofit fontScale="92500" lnSpcReduction="20000"/>
          </a:bodyPr>
          <a:lstStyle/>
          <a:p>
            <a:pPr marL="457200" indent="-457200">
              <a:buFont typeface="+mj-lt"/>
              <a:buAutoNum type="arabicParenR"/>
            </a:pPr>
            <a:r>
              <a:rPr lang="en-US"/>
              <a:t>Introduction</a:t>
            </a:r>
          </a:p>
          <a:p>
            <a:pPr marL="457200" indent="-457200">
              <a:buFont typeface="+mj-lt"/>
              <a:buAutoNum type="arabicParenR"/>
            </a:pPr>
            <a:r>
              <a:rPr lang="en-US"/>
              <a:t>Literature Review</a:t>
            </a:r>
          </a:p>
          <a:p>
            <a:pPr marL="457200" indent="-457200">
              <a:buFont typeface="+mj-lt"/>
              <a:buAutoNum type="arabicParenR"/>
            </a:pPr>
            <a:r>
              <a:rPr lang="en-US"/>
              <a:t>Creating/Selecting Tour Length Estimators</a:t>
            </a:r>
          </a:p>
          <a:p>
            <a:pPr marL="457200" indent="-457200">
              <a:buFont typeface="+mj-lt"/>
              <a:buAutoNum type="arabicParenR"/>
            </a:pPr>
            <a:r>
              <a:rPr lang="en-US"/>
              <a:t>Heuristics for Assignment-Routing Formulation</a:t>
            </a:r>
          </a:p>
          <a:p>
            <a:pPr marL="457200" indent="-457200">
              <a:buFont typeface="+mj-lt"/>
              <a:buAutoNum type="arabicParenR"/>
            </a:pPr>
            <a:r>
              <a:rPr lang="en-US"/>
              <a:t>Conclusion</a:t>
            </a:r>
          </a:p>
        </p:txBody>
      </p:sp>
    </p:spTree>
    <p:extLst>
      <p:ext uri="{BB962C8B-B14F-4D97-AF65-F5344CB8AC3E}">
        <p14:creationId xmlns:p14="http://schemas.microsoft.com/office/powerpoint/2010/main" val="3318299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ED69555-EE48-4B19-812B-4E1068DBF9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57">
            <a:extLst>
              <a:ext uri="{FF2B5EF4-FFF2-40B4-BE49-F238E27FC236}">
                <a16:creationId xmlns:a16="http://schemas.microsoft.com/office/drawing/2014/main" id="{57AEB73D-F521-4B19-820F-12DB6BCC84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txBody>
          <a:bodyPr/>
          <a:lstStyle/>
          <a:p>
            <a:endParaRPr lang="en-US"/>
          </a:p>
        </p:txBody>
      </p:sp>
      <p:sp>
        <p:nvSpPr>
          <p:cNvPr id="16" name="Rectangle 15">
            <a:extLst>
              <a:ext uri="{FF2B5EF4-FFF2-40B4-BE49-F238E27FC236}">
                <a16:creationId xmlns:a16="http://schemas.microsoft.com/office/drawing/2014/main" id="{6B72EEBA-3A5D-41CE-8465-A45A0F6567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7">
            <a:extLst>
              <a:ext uri="{FF2B5EF4-FFF2-40B4-BE49-F238E27FC236}">
                <a16:creationId xmlns:a16="http://schemas.microsoft.com/office/drawing/2014/main" id="{B725BC23-E0DD-4037-B2B8-7B6FA64543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99EE120-2D35-4A48-BAAE-238F986A13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426072" cy="18040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Placeholder 4" descr="A yellow semi truck on a road&#10;&#10;AI-generated content may be incorrect.">
            <a:extLst>
              <a:ext uri="{FF2B5EF4-FFF2-40B4-BE49-F238E27FC236}">
                <a16:creationId xmlns:a16="http://schemas.microsoft.com/office/drawing/2014/main" id="{DE2C3F7D-9867-BF7D-BBFF-6AF3303F83C5}"/>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l="32356" r="3" b="3"/>
          <a:stretch>
            <a:fillRect/>
          </a:stretch>
        </p:blipFill>
        <p:spPr>
          <a:xfrm>
            <a:off x="20" y="1804072"/>
            <a:ext cx="4458058" cy="4349801"/>
          </a:xfrm>
          <a:prstGeom prst="rect">
            <a:avLst/>
          </a:prstGeom>
        </p:spPr>
      </p:pic>
      <p:sp>
        <p:nvSpPr>
          <p:cNvPr id="22" name="Rectangle 21">
            <a:extLst>
              <a:ext uri="{FF2B5EF4-FFF2-40B4-BE49-F238E27FC236}">
                <a16:creationId xmlns:a16="http://schemas.microsoft.com/office/drawing/2014/main" id="{552F9EAC-0C70-441C-AC78-65174C2857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426076" y="1740090"/>
            <a:ext cx="7765922" cy="442752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0814B6A3-5F3E-4909-8ED5-87FE82492264}"/>
              </a:ext>
            </a:extLst>
          </p:cNvPr>
          <p:cNvSpPr>
            <a:spLocks noGrp="1"/>
          </p:cNvSpPr>
          <p:nvPr>
            <p:ph type="ctrTitle"/>
          </p:nvPr>
        </p:nvSpPr>
        <p:spPr>
          <a:xfrm>
            <a:off x="4661814" y="2478492"/>
            <a:ext cx="6666980" cy="950508"/>
          </a:xfrm>
        </p:spPr>
        <p:txBody>
          <a:bodyPr vert="horz" lIns="109728" tIns="109728" rIns="109728" bIns="91440" rtlCol="0" anchor="b">
            <a:normAutofit fontScale="90000"/>
          </a:bodyPr>
          <a:lstStyle/>
          <a:p>
            <a:pPr>
              <a:lnSpc>
                <a:spcPct val="115000"/>
              </a:lnSpc>
            </a:pPr>
            <a:r>
              <a:rPr lang="en-US" sz="5100" b="0">
                <a:solidFill>
                  <a:schemeClr val="tx1">
                    <a:lumMod val="75000"/>
                    <a:lumOff val="25000"/>
                  </a:schemeClr>
                </a:solidFill>
              </a:rPr>
              <a:t>Introduction</a:t>
            </a:r>
          </a:p>
        </p:txBody>
      </p:sp>
      <p:sp>
        <p:nvSpPr>
          <p:cNvPr id="24" name="Rectangle 23">
            <a:extLst>
              <a:ext uri="{FF2B5EF4-FFF2-40B4-BE49-F238E27FC236}">
                <a16:creationId xmlns:a16="http://schemas.microsoft.com/office/drawing/2014/main" id="{0D48F6B8-EF56-4340-982E-F4D6F5DC2F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1753806"/>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C596C40-FEA6-4867-853D-CF37DE3B6B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049" y="6167615"/>
            <a:ext cx="12192001"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9DC7C5E2-274E-49A3-A8E0-46A5B8CAC3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6109423"/>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D6CF8D2C-9E01-48EC-8DDF-8A1FF60AED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4070"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4CA85EC-0009-153F-A530-06980CDE3CBC}"/>
              </a:ext>
            </a:extLst>
          </p:cNvPr>
          <p:cNvSpPr txBox="1"/>
          <p:nvPr/>
        </p:nvSpPr>
        <p:spPr>
          <a:xfrm>
            <a:off x="4732067" y="3429000"/>
            <a:ext cx="6351149" cy="1477328"/>
          </a:xfrm>
          <a:prstGeom prst="rect">
            <a:avLst/>
          </a:prstGeom>
          <a:noFill/>
        </p:spPr>
        <p:txBody>
          <a:bodyPr wrap="square" rtlCol="0">
            <a:spAutoFit/>
          </a:bodyPr>
          <a:lstStyle/>
          <a:p>
            <a:pPr marL="342900" indent="-342900">
              <a:buAutoNum type="arabicPeriod"/>
            </a:pPr>
            <a:r>
              <a:rPr lang="en-US"/>
              <a:t>Motivation</a:t>
            </a:r>
          </a:p>
          <a:p>
            <a:pPr marL="342900" indent="-342900">
              <a:buAutoNum type="arabicPeriod"/>
            </a:pPr>
            <a:r>
              <a:rPr lang="en-US"/>
              <a:t>Problem Statement</a:t>
            </a:r>
          </a:p>
          <a:p>
            <a:pPr marL="342900" indent="-342900">
              <a:buAutoNum type="arabicPeriod"/>
            </a:pPr>
            <a:r>
              <a:rPr lang="en-US"/>
              <a:t>Existing Formulation</a:t>
            </a:r>
          </a:p>
          <a:p>
            <a:pPr marL="342900" indent="-342900">
              <a:buAutoNum type="arabicPeriod"/>
            </a:pPr>
            <a:r>
              <a:rPr lang="en-US"/>
              <a:t>Our Approach</a:t>
            </a:r>
          </a:p>
          <a:p>
            <a:pPr marL="342900" indent="-342900">
              <a:buAutoNum type="arabicPeriod"/>
            </a:pPr>
            <a:r>
              <a:rPr lang="en-US"/>
              <a:t>Contribution</a:t>
            </a:r>
          </a:p>
        </p:txBody>
      </p:sp>
    </p:spTree>
    <p:extLst>
      <p:ext uri="{BB962C8B-B14F-4D97-AF65-F5344CB8AC3E}">
        <p14:creationId xmlns:p14="http://schemas.microsoft.com/office/powerpoint/2010/main" val="29160228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BEC56-091D-82F7-16CD-147904B957C2}"/>
              </a:ext>
            </a:extLst>
          </p:cNvPr>
          <p:cNvSpPr>
            <a:spLocks noGrp="1"/>
          </p:cNvSpPr>
          <p:nvPr>
            <p:ph type="title"/>
          </p:nvPr>
        </p:nvSpPr>
        <p:spPr/>
        <p:txBody>
          <a:bodyPr/>
          <a:lstStyle/>
          <a:p>
            <a:r>
              <a:rPr lang="en-US"/>
              <a:t>Motivation</a:t>
            </a:r>
          </a:p>
        </p:txBody>
      </p:sp>
      <p:sp>
        <p:nvSpPr>
          <p:cNvPr id="3" name="Content Placeholder 2">
            <a:extLst>
              <a:ext uri="{FF2B5EF4-FFF2-40B4-BE49-F238E27FC236}">
                <a16:creationId xmlns:a16="http://schemas.microsoft.com/office/drawing/2014/main" id="{B3447F16-F541-A600-7D21-3B3A4DBA1874}"/>
              </a:ext>
            </a:extLst>
          </p:cNvPr>
          <p:cNvSpPr>
            <a:spLocks noGrp="1"/>
          </p:cNvSpPr>
          <p:nvPr>
            <p:ph sz="half" idx="1"/>
          </p:nvPr>
        </p:nvSpPr>
        <p:spPr/>
        <p:txBody>
          <a:bodyPr/>
          <a:lstStyle/>
          <a:p>
            <a:r>
              <a:rPr lang="en-US"/>
              <a:t>Practical Applications:</a:t>
            </a:r>
          </a:p>
          <a:p>
            <a:pPr marL="285750" indent="-285750">
              <a:buFont typeface="Wingdings" panose="05000000000000000000" pitchFamily="2" charset="2"/>
              <a:buChar char="Ø"/>
            </a:pPr>
            <a:r>
              <a:rPr lang="en-US" sz="1200"/>
              <a:t>5 – 20% savings routinely yielded by routing optimization in supply chains</a:t>
            </a:r>
          </a:p>
          <a:p>
            <a:pPr marL="285750" indent="-285750">
              <a:buFont typeface="Wingdings" panose="05000000000000000000" pitchFamily="2" charset="2"/>
              <a:buChar char="Ø"/>
            </a:pPr>
            <a:r>
              <a:rPr lang="en-US" sz="1200"/>
              <a:t>Improve customer satisfaction (ex: last mile delivery, ridesharing)</a:t>
            </a:r>
          </a:p>
        </p:txBody>
      </p:sp>
      <p:sp>
        <p:nvSpPr>
          <p:cNvPr id="4" name="Content Placeholder 3">
            <a:extLst>
              <a:ext uri="{FF2B5EF4-FFF2-40B4-BE49-F238E27FC236}">
                <a16:creationId xmlns:a16="http://schemas.microsoft.com/office/drawing/2014/main" id="{AE4FC519-258B-1241-E6CA-CC4325CF518C}"/>
              </a:ext>
            </a:extLst>
          </p:cNvPr>
          <p:cNvSpPr>
            <a:spLocks noGrp="1"/>
          </p:cNvSpPr>
          <p:nvPr>
            <p:ph sz="half" idx="2"/>
          </p:nvPr>
        </p:nvSpPr>
        <p:spPr/>
        <p:txBody>
          <a:bodyPr/>
          <a:lstStyle/>
          <a:p>
            <a:r>
              <a:rPr lang="en-US"/>
              <a:t>Complexity (NP-hard):</a:t>
            </a:r>
          </a:p>
          <a:p>
            <a:pPr marL="285750" indent="-285750">
              <a:buFont typeface="Wingdings" panose="05000000000000000000" pitchFamily="2" charset="2"/>
              <a:buChar char="Ø"/>
            </a:pPr>
            <a:r>
              <a:rPr lang="en-US" sz="1200"/>
              <a:t>Exact methods become intractable for realistic problem sizes</a:t>
            </a:r>
          </a:p>
          <a:p>
            <a:pPr marL="285750" indent="-285750">
              <a:buFont typeface="Wingdings" panose="05000000000000000000" pitchFamily="2" charset="2"/>
              <a:buChar char="Ø"/>
            </a:pPr>
            <a:r>
              <a:rPr lang="en-US" sz="1200"/>
              <a:t>Continuous development of new heuristics and metaheuristics</a:t>
            </a:r>
          </a:p>
        </p:txBody>
      </p:sp>
      <p:pic>
        <p:nvPicPr>
          <p:cNvPr id="1026" name="Picture 2">
            <a:extLst>
              <a:ext uri="{FF2B5EF4-FFF2-40B4-BE49-F238E27FC236}">
                <a16:creationId xmlns:a16="http://schemas.microsoft.com/office/drawing/2014/main" id="{AB9C5B98-F651-B0F9-7A30-D557DC530C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7741" y="4534909"/>
            <a:ext cx="1566776" cy="161797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3A0AB419-47E1-310F-DD04-4EBFD9374C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2679" y="761723"/>
            <a:ext cx="1516899" cy="1561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395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099405E2-1A96-4DBA-A9DC-4C2A1B421C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79855050-A75B-4DD0-9B56-8B1C7722D8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35" y="758246"/>
            <a:ext cx="4658480" cy="5386318"/>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7337B8-F12A-43B7-2E8B-CB47C57E36D4}"/>
              </a:ext>
            </a:extLst>
          </p:cNvPr>
          <p:cNvSpPr>
            <a:spLocks noGrp="1"/>
          </p:cNvSpPr>
          <p:nvPr>
            <p:ph type="title"/>
          </p:nvPr>
        </p:nvSpPr>
        <p:spPr>
          <a:xfrm>
            <a:off x="642918" y="1072110"/>
            <a:ext cx="3611029" cy="1862345"/>
          </a:xfrm>
        </p:spPr>
        <p:txBody>
          <a:bodyPr vert="horz" lIns="109728" tIns="109728" rIns="109728" bIns="91440" rtlCol="0" anchor="ctr">
            <a:normAutofit/>
          </a:bodyPr>
          <a:lstStyle/>
          <a:p>
            <a:r>
              <a:rPr lang="en-US"/>
              <a:t>Problem Statement</a:t>
            </a:r>
          </a:p>
        </p:txBody>
      </p:sp>
      <p:sp>
        <p:nvSpPr>
          <p:cNvPr id="1035" name="Rectangle 1034">
            <a:extLst>
              <a:ext uri="{FF2B5EF4-FFF2-40B4-BE49-F238E27FC236}">
                <a16:creationId xmlns:a16="http://schemas.microsoft.com/office/drawing/2014/main" id="{2060C0F7-61A6-4E64-A77E-AFBD81127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84060" y="0"/>
            <a:ext cx="7507940" cy="765228"/>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2">
            <a:extLst>
              <a:ext uri="{FF2B5EF4-FFF2-40B4-BE49-F238E27FC236}">
                <a16:creationId xmlns:a16="http://schemas.microsoft.com/office/drawing/2014/main" id="{97A79379-8C30-CF17-0149-D3F27303CA43}"/>
              </a:ext>
            </a:extLst>
          </p:cNvPr>
          <p:cNvSpPr txBox="1">
            <a:spLocks/>
          </p:cNvSpPr>
          <p:nvPr/>
        </p:nvSpPr>
        <p:spPr>
          <a:xfrm>
            <a:off x="637874" y="2934455"/>
            <a:ext cx="3616073" cy="2840139"/>
          </a:xfrm>
          <a:prstGeom prst="rect">
            <a:avLst/>
          </a:prstGeom>
        </p:spPr>
        <p:txBody>
          <a:bodyPr vert="horz" lIns="109728" tIns="109728" rIns="109728" bIns="91440" rtlCol="0" anchor="t">
            <a:normAutofit fontScale="92500" lnSpcReduction="10000"/>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a:lnSpc>
                <a:spcPct val="130000"/>
              </a:lnSpc>
            </a:pPr>
            <a:r>
              <a:rPr lang="en-US" sz="1500"/>
              <a:t>Classical VRP– Minimize total distance traveled by a fleet of vehicles starting to service all customers. </a:t>
            </a:r>
          </a:p>
          <a:p>
            <a:pPr>
              <a:lnSpc>
                <a:spcPct val="130000"/>
              </a:lnSpc>
            </a:pPr>
            <a:r>
              <a:rPr lang="en-US" sz="1500"/>
              <a:t>Our Assumptions:</a:t>
            </a:r>
          </a:p>
          <a:p>
            <a:pPr marL="285750" indent="-285750">
              <a:lnSpc>
                <a:spcPct val="130000"/>
              </a:lnSpc>
              <a:buFont typeface="Arial" panose="020B0604020202020204" pitchFamily="34" charset="0"/>
              <a:buChar char="•"/>
            </a:pPr>
            <a:r>
              <a:rPr lang="en-US" sz="1500"/>
              <a:t>Euclidian Distance </a:t>
            </a:r>
          </a:p>
          <a:p>
            <a:pPr marL="285750" indent="-285750">
              <a:lnSpc>
                <a:spcPct val="130000"/>
              </a:lnSpc>
              <a:buFont typeface="Arial" panose="020B0604020202020204" pitchFamily="34" charset="0"/>
              <a:buChar char="•"/>
            </a:pPr>
            <a:r>
              <a:rPr lang="en-US" sz="1500"/>
              <a:t>Homogenous Vehicles</a:t>
            </a:r>
          </a:p>
          <a:p>
            <a:pPr marL="285750" indent="-285750">
              <a:lnSpc>
                <a:spcPct val="130000"/>
              </a:lnSpc>
              <a:buFont typeface="Arial" panose="020B0604020202020204" pitchFamily="34" charset="0"/>
              <a:buChar char="•"/>
            </a:pPr>
            <a:r>
              <a:rPr lang="en-US" sz="1500"/>
              <a:t>Unitary Customer Demand</a:t>
            </a:r>
          </a:p>
        </p:txBody>
      </p:sp>
      <p:pic>
        <p:nvPicPr>
          <p:cNvPr id="1026" name="Picture 2" descr="An example solution of the VRP. | Download Scientific Diagram">
            <a:hlinkClick r:id="rId2"/>
            <a:extLst>
              <a:ext uri="{FF2B5EF4-FFF2-40B4-BE49-F238E27FC236}">
                <a16:creationId xmlns:a16="http://schemas.microsoft.com/office/drawing/2014/main" id="{386670D5-58D3-00D7-412F-EDDCD204296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188714" y="1376941"/>
            <a:ext cx="6514470" cy="4104117"/>
          </a:xfrm>
          <a:prstGeom prst="rect">
            <a:avLst/>
          </a:prstGeom>
          <a:noFill/>
          <a:extLst>
            <a:ext uri="{909E8E84-426E-40DD-AFC4-6F175D3DCCD1}">
              <a14:hiddenFill xmlns:a14="http://schemas.microsoft.com/office/drawing/2010/main">
                <a:solidFill>
                  <a:srgbClr val="FFFFFF"/>
                </a:solidFill>
              </a14:hiddenFill>
            </a:ext>
          </a:extLst>
        </p:spPr>
      </p:pic>
      <p:sp>
        <p:nvSpPr>
          <p:cNvPr id="1037" name="Rectangle 1036">
            <a:extLst>
              <a:ext uri="{FF2B5EF4-FFF2-40B4-BE49-F238E27FC236}">
                <a16:creationId xmlns:a16="http://schemas.microsoft.com/office/drawing/2014/main" id="{BCF4857D-F003-4CA1-82AB-00900B100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 y="6144564"/>
            <a:ext cx="4656246" cy="71343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9" name="Rectangle 1038">
            <a:extLst>
              <a:ext uri="{FF2B5EF4-FFF2-40B4-BE49-F238E27FC236}">
                <a16:creationId xmlns:a16="http://schemas.microsoft.com/office/drawing/2014/main" id="{DB791336-FCAA-4174-9303-B3F3748611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715122" y="6167615"/>
            <a:ext cx="7473828"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1" name="Rectangle 1040">
            <a:extLst>
              <a:ext uri="{FF2B5EF4-FFF2-40B4-BE49-F238E27FC236}">
                <a16:creationId xmlns:a16="http://schemas.microsoft.com/office/drawing/2014/main" id="{CA212158-300D-44D0-9CCE-472C3F669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6109423"/>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3" name="Rectangle 1042">
            <a:extLst>
              <a:ext uri="{FF2B5EF4-FFF2-40B4-BE49-F238E27FC236}">
                <a16:creationId xmlns:a16="http://schemas.microsoft.com/office/drawing/2014/main" id="{988521F4-D44A-42C5-9BDB-5CA255540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6241"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5" name="Rectangle 1044">
            <a:extLst>
              <a:ext uri="{FF2B5EF4-FFF2-40B4-BE49-F238E27FC236}">
                <a16:creationId xmlns:a16="http://schemas.microsoft.com/office/drawing/2014/main" id="{5E6738EB-6FF0-4AF9-8462-57F4494B88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713436"/>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76017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E4D11-3A58-3CB4-BFA5-D4C6402AFFB3}"/>
              </a:ext>
            </a:extLst>
          </p:cNvPr>
          <p:cNvSpPr>
            <a:spLocks noGrp="1"/>
          </p:cNvSpPr>
          <p:nvPr>
            <p:ph type="title"/>
          </p:nvPr>
        </p:nvSpPr>
        <p:spPr/>
        <p:txBody>
          <a:bodyPr/>
          <a:lstStyle/>
          <a:p>
            <a:r>
              <a:rPr lang="en-US"/>
              <a:t>Formulation – Traditional VRP (Arc Flow) </a:t>
            </a:r>
          </a:p>
        </p:txBody>
      </p:sp>
      <p:pic>
        <p:nvPicPr>
          <p:cNvPr id="6" name="Content Placeholder 5">
            <a:extLst>
              <a:ext uri="{FF2B5EF4-FFF2-40B4-BE49-F238E27FC236}">
                <a16:creationId xmlns:a16="http://schemas.microsoft.com/office/drawing/2014/main" id="{0DEF0C40-0405-9E3B-331A-6CA24EC95BA0}"/>
              </a:ext>
            </a:extLst>
          </p:cNvPr>
          <p:cNvPicPr>
            <a:picLocks noGrp="1" noChangeAspect="1"/>
          </p:cNvPicPr>
          <p:nvPr>
            <p:ph sz="quarter" idx="18"/>
          </p:nvPr>
        </p:nvPicPr>
        <p:blipFill>
          <a:blip r:embed="rId3"/>
          <a:stretch>
            <a:fillRect/>
          </a:stretch>
        </p:blipFill>
        <p:spPr>
          <a:xfrm>
            <a:off x="6250324" y="2530220"/>
            <a:ext cx="5457507" cy="3872101"/>
          </a:xfrm>
          <a:prstGeom prst="rect">
            <a:avLst/>
          </a:prstGeom>
        </p:spPr>
      </p:pic>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610EE045-7A41-8F24-F3E1-F1CA15E58793}"/>
                  </a:ext>
                </a:extLst>
              </p:cNvPr>
              <p:cNvSpPr>
                <a:spLocks noGrp="1"/>
              </p:cNvSpPr>
              <p:nvPr>
                <p:ph sz="quarter" idx="17"/>
              </p:nvPr>
            </p:nvSpPr>
            <p:spPr>
              <a:xfrm>
                <a:off x="1403921" y="2683764"/>
                <a:ext cx="5138305" cy="3718557"/>
              </a:xfrm>
            </p:spPr>
            <p:txBody>
              <a:bodyPr>
                <a:normAutofit fontScale="77500" lnSpcReduction="20000"/>
              </a:bodyPr>
              <a:lstStyle/>
              <a:p>
                <a:pPr marL="0" indent="0">
                  <a:buNone/>
                </a:pPr>
                <a:r>
                  <a:rPr lang="en-US">
                    <a:latin typeface="Times New Roman" panose="02020603050405020304" pitchFamily="18" charset="0"/>
                    <a:cs typeface="Times New Roman" panose="02020603050405020304" pitchFamily="18" charset="0"/>
                  </a:rPr>
                  <a:t>Notation:</a:t>
                </a:r>
              </a:p>
              <a:p>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𝑉</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m:t>
                    </m:r>
                  </m:oMath>
                </a14:m>
                <a:endParaRPr lang="en-US">
                  <a:latin typeface="Times New Roman" panose="02020603050405020304" pitchFamily="18" charset="0"/>
                  <a:cs typeface="Times New Roman" panose="02020603050405020304" pitchFamily="18" charset="0"/>
                </a:endParaRPr>
              </a:p>
              <a:p>
                <a14:m>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m:rPr>
                        <m:lit/>
                      </m:rPr>
                      <a:rPr lang="en-US" b="0" i="1" smtClean="0">
                        <a:latin typeface="Cambria Math" panose="02040503050406030204" pitchFamily="18" charset="0"/>
                      </a:rPr>
                      <m:t>{</m:t>
                    </m:r>
                    <m:r>
                      <a:rPr lang="en-US" b="0" i="1" smtClean="0">
                        <a:latin typeface="Cambria Math" panose="02040503050406030204" pitchFamily="18" charset="0"/>
                      </a:rPr>
                      <m:t>0}</m:t>
                    </m:r>
                  </m:oMath>
                </a14:m>
                <a:endParaRPr lang="en-US">
                  <a:latin typeface="Times New Roman" panose="02020603050405020304" pitchFamily="18" charset="0"/>
                  <a:cs typeface="Times New Roman" panose="02020603050405020304" pitchFamily="18" charset="0"/>
                </a:endParaRPr>
              </a:p>
              <a:p>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𝑞</m:t>
                        </m:r>
                      </m:e>
                      <m:sub>
                        <m:r>
                          <a:rPr lang="en-US" i="1">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𝑐𝑢𝑠𝑡𝑜𝑚𝑒𝑟</m:t>
                    </m:r>
                    <m:r>
                      <a:rPr lang="en-US" b="0" i="1" smtClean="0">
                        <a:latin typeface="Cambria Math" panose="02040503050406030204" pitchFamily="18" charset="0"/>
                      </a:rPr>
                      <m:t> </m:t>
                    </m:r>
                    <m:r>
                      <a:rPr lang="en-US" b="0" i="1" smtClean="0">
                        <a:latin typeface="Cambria Math" panose="02040503050406030204" pitchFamily="18" charset="0"/>
                      </a:rPr>
                      <m:t>𝑑𝑒𝑚𝑎𝑛𝑑</m:t>
                    </m:r>
                    <m:r>
                      <a:rPr lang="en-US" b="0" i="1" smtClean="0">
                        <a:latin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m:t>
                        </m:r>
                      </m:e>
                      <m:sub>
                        <m: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sub>
                    </m:sSub>
                  </m:oMath>
                </a14:m>
                <a:endParaRPr lang="en-US">
                  <a:latin typeface="Times New Roman" panose="02020603050405020304" pitchFamily="18" charset="0"/>
                  <a:cs typeface="Times New Roman" panose="02020603050405020304" pitchFamily="18" charset="0"/>
                </a:endParaRPr>
              </a:p>
              <a:p>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𝑥</m:t>
                        </m:r>
                      </m:e>
                      <m:sub>
                        <m:r>
                          <a:rPr lang="en-US" i="1">
                            <a:latin typeface="Cambria Math" panose="02040503050406030204" pitchFamily="18" charset="0"/>
                          </a:rPr>
                          <m:t>𝑖𝑗</m:t>
                        </m:r>
                      </m:sub>
                    </m:sSub>
                  </m:oMath>
                </a14:m>
                <a:r>
                  <a:rPr lang="en-US" b="0" i="1">
                    <a:latin typeface="Times New Roman" panose="02020603050405020304" pitchFamily="18" charset="0"/>
                    <a:cs typeface="Times New Roman" panose="02020603050405020304" pitchFamily="18" charset="0"/>
                  </a:rPr>
                  <a:t> = 1 if vehicle travels directly from node i to j, 0 otherwise, </a:t>
                </a:r>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m:t>
                        </m:r>
                      </m:e>
                      <m:sub>
                        <m: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r>
                          <a:rPr lang="en-US" b="0" i="1" smtClean="0">
                            <a:latin typeface="Cambria Math" panose="02040503050406030204" pitchFamily="18" charset="0"/>
                            <a:ea typeface="Cambria Math" panose="02040503050406030204" pitchFamily="18" charset="0"/>
                          </a:rPr>
                          <m:t>′</m:t>
                        </m:r>
                      </m:sub>
                    </m:sSub>
                  </m:oMath>
                </a14:m>
                <a:endParaRPr lang="en-US" b="0" i="1">
                  <a:latin typeface="Times New Roman" panose="02020603050405020304" pitchFamily="18" charset="0"/>
                  <a:cs typeface="Times New Roman" panose="02020603050405020304" pitchFamily="18" charset="0"/>
                </a:endParaRP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𝑖𝑗</m:t>
                        </m:r>
                      </m:sub>
                    </m:sSub>
                  </m:oMath>
                </a14:m>
                <a:r>
                  <a:rPr lang="en-US">
                    <a:latin typeface="Times New Roman" panose="02020603050405020304" pitchFamily="18" charset="0"/>
                    <a:cs typeface="Times New Roman" panose="02020603050405020304" pitchFamily="18" charset="0"/>
                  </a:rPr>
                  <a:t>= distance from node i to j,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m:t>
                        </m:r>
                      </m:e>
                      <m:sub>
                        <m: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𝑗</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𝑉</m:t>
                        </m:r>
                        <m:r>
                          <a:rPr lang="en-US" i="1">
                            <a:latin typeface="Cambria Math" panose="02040503050406030204" pitchFamily="18" charset="0"/>
                            <a:ea typeface="Cambria Math" panose="02040503050406030204" pitchFamily="18" charset="0"/>
                          </a:rPr>
                          <m:t>′</m:t>
                        </m:r>
                      </m:sub>
                    </m:sSub>
                  </m:oMath>
                </a14:m>
                <a:endParaRPr lang="en-US">
                  <a:latin typeface="Times New Roman" panose="02020603050405020304" pitchFamily="18" charset="0"/>
                  <a:cs typeface="Times New Roman" panose="02020603050405020304" pitchFamily="18" charset="0"/>
                </a:endParaRPr>
              </a:p>
              <a:p>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𝑢</m:t>
                        </m:r>
                      </m:e>
                      <m:sub>
                        <m:r>
                          <a:rPr lang="en-US" i="1">
                            <a:latin typeface="Cambria Math" panose="02040503050406030204" pitchFamily="18" charset="0"/>
                          </a:rPr>
                          <m:t>𝑖</m:t>
                        </m:r>
                      </m:sub>
                    </m:sSub>
                    <m:r>
                      <a:rPr lang="en-US" b="0" i="1" smtClean="0">
                        <a:latin typeface="Cambria Math" panose="02040503050406030204" pitchFamily="18" charset="0"/>
                      </a:rPr>
                      <m:t>: </m:t>
                    </m:r>
                  </m:oMath>
                </a14:m>
                <a:r>
                  <a:rPr lang="en-US">
                    <a:latin typeface="Times New Roman" panose="02020603050405020304" pitchFamily="18" charset="0"/>
                    <a:cs typeface="Times New Roman" panose="02020603050405020304" pitchFamily="18" charset="0"/>
                  </a:rPr>
                  <a:t>cumulative load delivered up to customer</a:t>
                </a:r>
                <a:r>
                  <a:rPr lang="en-US" i="1">
                    <a:latin typeface="Times New Roman" panose="02020603050405020304" pitchFamily="18" charset="0"/>
                    <a:cs typeface="Times New Roman" panose="020206030504050203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m:t>
                        </m:r>
                      </m:e>
                      <m:sub>
                        <m: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𝑉</m:t>
                        </m:r>
                        <m:r>
                          <a:rPr lang="en-US" i="1">
                            <a:latin typeface="Cambria Math" panose="02040503050406030204" pitchFamily="18" charset="0"/>
                            <a:ea typeface="Cambria Math" panose="02040503050406030204" pitchFamily="18" charset="0"/>
                          </a:rPr>
                          <m:t>′</m:t>
                        </m:r>
                      </m:sub>
                    </m:sSub>
                  </m:oMath>
                </a14:m>
                <a:endParaRPr lang="en-US" i="1">
                  <a:latin typeface="Times New Roman" panose="02020603050405020304" pitchFamily="18" charset="0"/>
                  <a:cs typeface="Times New Roman" panose="02020603050405020304" pitchFamily="18" charset="0"/>
                </a:endParaRPr>
              </a:p>
              <a:p>
                <a:pPr marL="0" indent="0">
                  <a:buNone/>
                </a:pPr>
                <a:endParaRPr lang="en-US"/>
              </a:p>
            </p:txBody>
          </p:sp>
        </mc:Choice>
        <mc:Fallback>
          <p:sp>
            <p:nvSpPr>
              <p:cNvPr id="4" name="Content Placeholder 3">
                <a:extLst>
                  <a:ext uri="{FF2B5EF4-FFF2-40B4-BE49-F238E27FC236}">
                    <a16:creationId xmlns:a16="http://schemas.microsoft.com/office/drawing/2014/main" id="{610EE045-7A41-8F24-F3E1-F1CA15E58793}"/>
                  </a:ext>
                </a:extLst>
              </p:cNvPr>
              <p:cNvSpPr>
                <a:spLocks noGrp="1" noRot="1" noChangeAspect="1" noMove="1" noResize="1" noEditPoints="1" noAdjustHandles="1" noChangeArrowheads="1" noChangeShapeType="1" noTextEdit="1"/>
              </p:cNvSpPr>
              <p:nvPr>
                <p:ph sz="quarter" idx="17"/>
              </p:nvPr>
            </p:nvSpPr>
            <p:spPr>
              <a:xfrm>
                <a:off x="1403921" y="2683764"/>
                <a:ext cx="5138305" cy="3718557"/>
              </a:xfr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192609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DD55B-0FE5-399A-A7AC-9F0B9EB6BC04}"/>
              </a:ext>
            </a:extLst>
          </p:cNvPr>
          <p:cNvSpPr>
            <a:spLocks noGrp="1"/>
          </p:cNvSpPr>
          <p:nvPr>
            <p:ph type="title"/>
          </p:nvPr>
        </p:nvSpPr>
        <p:spPr>
          <a:xfrm>
            <a:off x="0" y="91439"/>
            <a:ext cx="12192000" cy="1168739"/>
          </a:xfrm>
        </p:spPr>
        <p:txBody>
          <a:bodyPr/>
          <a:lstStyle/>
          <a:p>
            <a:r>
              <a:rPr lang="en-US"/>
              <a:t>Our Approach: Assignment – Routing Formulation</a:t>
            </a:r>
          </a:p>
        </p:txBody>
      </p:sp>
      <p:sp>
        <p:nvSpPr>
          <p:cNvPr id="3" name="Content Placeholder 2">
            <a:extLst>
              <a:ext uri="{FF2B5EF4-FFF2-40B4-BE49-F238E27FC236}">
                <a16:creationId xmlns:a16="http://schemas.microsoft.com/office/drawing/2014/main" id="{0FB15AB1-2DD7-8DE2-5169-6FEE2C623F44}"/>
              </a:ext>
            </a:extLst>
          </p:cNvPr>
          <p:cNvSpPr>
            <a:spLocks noGrp="1"/>
          </p:cNvSpPr>
          <p:nvPr>
            <p:ph sz="quarter" idx="14"/>
          </p:nvPr>
        </p:nvSpPr>
        <p:spPr>
          <a:xfrm>
            <a:off x="233156" y="1430042"/>
            <a:ext cx="5316192" cy="492722"/>
          </a:xfrm>
        </p:spPr>
        <p:txBody>
          <a:bodyPr>
            <a:normAutofit fontScale="92500" lnSpcReduction="20000"/>
          </a:bodyPr>
          <a:lstStyle/>
          <a:p>
            <a:r>
              <a:rPr lang="en-US"/>
              <a:t>Stage 1: Assignment</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18910207-658A-E5CD-A6B7-38AC79DDD2A0}"/>
                  </a:ext>
                </a:extLst>
              </p:cNvPr>
              <p:cNvSpPr>
                <a:spLocks noGrp="1"/>
              </p:cNvSpPr>
              <p:nvPr>
                <p:ph sz="quarter" idx="19"/>
              </p:nvPr>
            </p:nvSpPr>
            <p:spPr>
              <a:xfrm>
                <a:off x="6096001" y="4209222"/>
                <a:ext cx="6096000" cy="1669774"/>
              </a:xfrm>
            </p:spPr>
            <p:txBody>
              <a:bodyPr>
                <a:normAutofit/>
              </a:bodyPr>
              <a:lstStyle/>
              <a:p>
                <a:pPr marL="285750" indent="-285750">
                  <a:buFont typeface="Arial" panose="020B0604020202020204" pitchFamily="34" charset="0"/>
                  <a:buChar char="•"/>
                </a:pPr>
                <a14:m>
                  <m:oMath xmlns:m="http://schemas.openxmlformats.org/officeDocument/2006/math">
                    <m:sSub>
                      <m:sSubPr>
                        <m:ctrlPr>
                          <a:rPr lang="en-US" sz="1300" b="0" i="1" smtClean="0">
                            <a:latin typeface="Cambria Math" panose="02040503050406030204" pitchFamily="18" charset="0"/>
                          </a:rPr>
                        </m:ctrlPr>
                      </m:sSubPr>
                      <m:e>
                        <m:r>
                          <a:rPr lang="en-US" sz="1300" b="0" i="1" smtClean="0">
                            <a:latin typeface="Cambria Math" panose="02040503050406030204" pitchFamily="18" charset="0"/>
                          </a:rPr>
                          <m:t>𝑧</m:t>
                        </m:r>
                      </m:e>
                      <m:sub>
                        <m:r>
                          <a:rPr lang="en-US" sz="1300" b="0" i="1" smtClean="0">
                            <a:latin typeface="Cambria Math" panose="02040503050406030204" pitchFamily="18" charset="0"/>
                          </a:rPr>
                          <m:t>𝑖𝑗</m:t>
                        </m:r>
                      </m:sub>
                    </m:sSub>
                    <m:r>
                      <a:rPr lang="en-US" sz="1300" b="0" i="0" smtClean="0">
                        <a:latin typeface="Cambria Math" panose="02040503050406030204" pitchFamily="18" charset="0"/>
                      </a:rPr>
                      <m:t>=1 </m:t>
                    </m:r>
                    <m:r>
                      <m:rPr>
                        <m:sty m:val="p"/>
                      </m:rPr>
                      <a:rPr lang="en-US" sz="1300" b="0" i="0" smtClean="0">
                        <a:latin typeface="Cambria Math" panose="02040503050406030204" pitchFamily="18" charset="0"/>
                      </a:rPr>
                      <m:t>if</m:t>
                    </m:r>
                    <m:r>
                      <a:rPr lang="en-US" sz="1300" b="0" i="0" smtClean="0">
                        <a:latin typeface="Cambria Math" panose="02040503050406030204" pitchFamily="18" charset="0"/>
                      </a:rPr>
                      <m:t> </m:t>
                    </m:r>
                    <m:r>
                      <m:rPr>
                        <m:sty m:val="p"/>
                      </m:rPr>
                      <a:rPr lang="en-US" sz="1300" b="0" i="0" smtClean="0">
                        <a:latin typeface="Cambria Math" panose="02040503050406030204" pitchFamily="18" charset="0"/>
                      </a:rPr>
                      <m:t>the</m:t>
                    </m:r>
                    <m:r>
                      <a:rPr lang="en-US" sz="1300" b="0" i="0" smtClean="0">
                        <a:latin typeface="Cambria Math" panose="02040503050406030204" pitchFamily="18" charset="0"/>
                      </a:rPr>
                      <m:t> </m:t>
                    </m:r>
                    <m:r>
                      <m:rPr>
                        <m:sty m:val="p"/>
                      </m:rPr>
                      <a:rPr lang="en-US" sz="1300" b="0" i="0" smtClean="0">
                        <a:latin typeface="Cambria Math" panose="02040503050406030204" pitchFamily="18" charset="0"/>
                      </a:rPr>
                      <m:t>tour</m:t>
                    </m:r>
                    <m:r>
                      <a:rPr lang="en-US" sz="1300" b="0" i="0" smtClean="0">
                        <a:latin typeface="Cambria Math" panose="02040503050406030204" pitchFamily="18" charset="0"/>
                      </a:rPr>
                      <m:t> </m:t>
                    </m:r>
                    <m:r>
                      <m:rPr>
                        <m:sty m:val="p"/>
                      </m:rPr>
                      <a:rPr lang="en-US" sz="1300" b="0" i="0" smtClean="0">
                        <a:latin typeface="Cambria Math" panose="02040503050406030204" pitchFamily="18" charset="0"/>
                      </a:rPr>
                      <m:t>for</m:t>
                    </m:r>
                    <m:r>
                      <a:rPr lang="en-US" sz="1300" b="0" i="0" smtClean="0">
                        <a:latin typeface="Cambria Math" panose="02040503050406030204" pitchFamily="18" charset="0"/>
                      </a:rPr>
                      <m:t> </m:t>
                    </m:r>
                    <m:r>
                      <m:rPr>
                        <m:sty m:val="p"/>
                      </m:rPr>
                      <a:rPr lang="en-US" sz="1300" b="0" i="0" smtClean="0">
                        <a:latin typeface="Cambria Math" panose="02040503050406030204" pitchFamily="18" charset="0"/>
                      </a:rPr>
                      <m:t>vehicle</m:t>
                    </m:r>
                    <m:r>
                      <a:rPr lang="en-US" sz="1300" b="0" i="0" smtClean="0">
                        <a:latin typeface="Cambria Math" panose="02040503050406030204" pitchFamily="18" charset="0"/>
                      </a:rPr>
                      <m:t> </m:t>
                    </m:r>
                    <m:r>
                      <m:rPr>
                        <m:sty m:val="p"/>
                      </m:rPr>
                      <a:rPr lang="en-US" sz="1300" b="0" i="0" smtClean="0">
                        <a:latin typeface="Cambria Math" panose="02040503050406030204" pitchFamily="18" charset="0"/>
                      </a:rPr>
                      <m:t>k</m:t>
                    </m:r>
                    <m:r>
                      <a:rPr lang="en-US" sz="1300" b="0" i="0" smtClean="0">
                        <a:latin typeface="Cambria Math" panose="02040503050406030204" pitchFamily="18" charset="0"/>
                      </a:rPr>
                      <m:t> </m:t>
                    </m:r>
                    <m:r>
                      <m:rPr>
                        <m:sty m:val="p"/>
                      </m:rPr>
                      <a:rPr lang="en-US" sz="1300" b="0" i="0" smtClean="0">
                        <a:latin typeface="Cambria Math" panose="02040503050406030204" pitchFamily="18" charset="0"/>
                      </a:rPr>
                      <m:t>traverses</m:t>
                    </m:r>
                    <m:r>
                      <a:rPr lang="en-US" sz="1300" b="0" i="0" smtClean="0">
                        <a:latin typeface="Cambria Math" panose="02040503050406030204" pitchFamily="18" charset="0"/>
                      </a:rPr>
                      <m:t> </m:t>
                    </m:r>
                    <m:d>
                      <m:dPr>
                        <m:ctrlPr>
                          <a:rPr lang="en-US" sz="1300" b="0" i="1" smtClean="0">
                            <a:latin typeface="Cambria Math" panose="02040503050406030204" pitchFamily="18" charset="0"/>
                          </a:rPr>
                        </m:ctrlPr>
                      </m:dPr>
                      <m:e>
                        <m:r>
                          <m:rPr>
                            <m:sty m:val="p"/>
                          </m:rPr>
                          <a:rPr lang="en-US" sz="1300" b="0" i="0" smtClean="0">
                            <a:latin typeface="Cambria Math" panose="02040503050406030204" pitchFamily="18" charset="0"/>
                          </a:rPr>
                          <m:t>i</m:t>
                        </m:r>
                        <m:r>
                          <a:rPr lang="en-US" sz="1300" b="0" i="0" smtClean="0">
                            <a:latin typeface="Cambria Math" panose="02040503050406030204" pitchFamily="18" charset="0"/>
                          </a:rPr>
                          <m:t>,</m:t>
                        </m:r>
                        <m:r>
                          <m:rPr>
                            <m:sty m:val="p"/>
                          </m:rPr>
                          <a:rPr lang="en-US" sz="1300" b="0" i="0" smtClean="0">
                            <a:latin typeface="Cambria Math" panose="02040503050406030204" pitchFamily="18" charset="0"/>
                          </a:rPr>
                          <m:t>j</m:t>
                        </m:r>
                      </m:e>
                    </m:d>
                    <m:r>
                      <a:rPr lang="en-US" sz="1300" b="0" i="0" smtClean="0">
                        <a:latin typeface="Cambria Math" panose="02040503050406030204" pitchFamily="18" charset="0"/>
                      </a:rPr>
                      <m:t>, 0 </m:t>
                    </m:r>
                    <m:r>
                      <m:rPr>
                        <m:sty m:val="p"/>
                      </m:rPr>
                      <a:rPr lang="en-US" sz="1300" b="0" i="0" smtClean="0">
                        <a:latin typeface="Cambria Math" panose="02040503050406030204" pitchFamily="18" charset="0"/>
                      </a:rPr>
                      <m:t>otherwise</m:t>
                    </m:r>
                  </m:oMath>
                </a14:m>
                <a:endParaRPr lang="en-US" sz="1300" b="0"/>
              </a:p>
              <a:p>
                <a:pPr marL="285750" indent="-285750">
                  <a:buFont typeface="Arial" panose="020B0604020202020204" pitchFamily="34" charset="0"/>
                  <a:buChar char="•"/>
                </a:pPr>
                <a14:m>
                  <m:oMath xmlns:m="http://schemas.openxmlformats.org/officeDocument/2006/math">
                    <m:sSub>
                      <m:sSubPr>
                        <m:ctrlPr>
                          <a:rPr lang="en-US" sz="1300" b="0" i="1" smtClean="0">
                            <a:latin typeface="Cambria Math" panose="02040503050406030204" pitchFamily="18" charset="0"/>
                          </a:rPr>
                        </m:ctrlPr>
                      </m:sSubPr>
                      <m:e>
                        <m:r>
                          <a:rPr lang="en-US" sz="1300" b="0" i="1" smtClean="0">
                            <a:latin typeface="Cambria Math" panose="02040503050406030204" pitchFamily="18" charset="0"/>
                          </a:rPr>
                          <m:t>𝑉</m:t>
                        </m:r>
                      </m:e>
                      <m:sub>
                        <m:r>
                          <a:rPr lang="en-US" sz="1300" b="0" i="1" smtClean="0">
                            <a:latin typeface="Cambria Math" panose="02040503050406030204" pitchFamily="18" charset="0"/>
                          </a:rPr>
                          <m:t>𝑘</m:t>
                        </m:r>
                      </m:sub>
                    </m:sSub>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a:rPr lang="en-US" sz="1300" b="0" i="1" smtClean="0">
                            <a:latin typeface="Cambria Math" panose="02040503050406030204" pitchFamily="18" charset="0"/>
                          </a:rPr>
                          <m:t>𝑃</m:t>
                        </m:r>
                      </m:e>
                      <m:sub>
                        <m:r>
                          <a:rPr lang="en-US" sz="1300" b="0" i="1" smtClean="0">
                            <a:latin typeface="Cambria Math" panose="02040503050406030204" pitchFamily="18" charset="0"/>
                          </a:rPr>
                          <m:t>𝑘</m:t>
                        </m:r>
                      </m:sub>
                    </m:sSub>
                    <m:r>
                      <a:rPr lang="en-US" sz="1300" b="0" i="1" smtClean="0">
                        <a:latin typeface="Cambria Math" panose="02040503050406030204" pitchFamily="18" charset="0"/>
                        <a:ea typeface="Cambria Math" panose="02040503050406030204" pitchFamily="18" charset="0"/>
                      </a:rPr>
                      <m:t>∪</m:t>
                    </m:r>
                    <m:d>
                      <m:dPr>
                        <m:begChr m:val="{"/>
                        <m:endChr m:val="}"/>
                        <m:ctrlPr>
                          <a:rPr lang="en-US" sz="1300" b="0" i="1" smtClean="0">
                            <a:latin typeface="Cambria Math" panose="02040503050406030204" pitchFamily="18" charset="0"/>
                            <a:ea typeface="Cambria Math" panose="02040503050406030204" pitchFamily="18" charset="0"/>
                          </a:rPr>
                        </m:ctrlPr>
                      </m:dPr>
                      <m:e>
                        <m:r>
                          <a:rPr lang="en-US" sz="1300" b="0" i="1" smtClean="0">
                            <a:latin typeface="Cambria Math" panose="02040503050406030204" pitchFamily="18" charset="0"/>
                            <a:ea typeface="Cambria Math" panose="02040503050406030204" pitchFamily="18" charset="0"/>
                          </a:rPr>
                          <m:t>0</m:t>
                        </m:r>
                      </m:e>
                    </m:d>
                  </m:oMath>
                </a14:m>
                <a:endParaRPr lang="en-US" sz="1300" b="0">
                  <a:ea typeface="Cambria Math" panose="02040503050406030204" pitchFamily="18" charset="0"/>
                </a:endParaRPr>
              </a:p>
              <a:p>
                <a:pPr marL="285750" indent="-285750">
                  <a:buFont typeface="Arial" panose="020B0604020202020204" pitchFamily="34" charset="0"/>
                  <a:buChar char="•"/>
                </a:pPr>
                <a14:m>
                  <m:oMath xmlns:m="http://schemas.openxmlformats.org/officeDocument/2006/math">
                    <m:sSub>
                      <m:sSubPr>
                        <m:ctrlPr>
                          <a:rPr lang="en-US" sz="1300" b="0" i="1" smtClean="0">
                            <a:latin typeface="Cambria Math" panose="02040503050406030204" pitchFamily="18" charset="0"/>
                          </a:rPr>
                        </m:ctrlPr>
                      </m:sSubPr>
                      <m:e>
                        <m:r>
                          <a:rPr lang="en-US" sz="1300" b="0" i="1" smtClean="0">
                            <a:latin typeface="Cambria Math" panose="02040503050406030204" pitchFamily="18" charset="0"/>
                          </a:rPr>
                          <m:t>𝑤</m:t>
                        </m:r>
                      </m:e>
                      <m:sub>
                        <m:r>
                          <a:rPr lang="en-US" sz="1300" b="0" i="1" smtClean="0">
                            <a:latin typeface="Cambria Math" panose="02040503050406030204" pitchFamily="18" charset="0"/>
                          </a:rPr>
                          <m:t>𝑖</m:t>
                        </m:r>
                      </m:sub>
                    </m:sSub>
                    <m:r>
                      <a:rPr lang="en-US" sz="1300" b="0" i="1" smtClean="0">
                        <a:latin typeface="Cambria Math" panose="02040503050406030204" pitchFamily="18" charset="0"/>
                      </a:rPr>
                      <m:t>=</m:t>
                    </m:r>
                    <m:r>
                      <a:rPr lang="en-US" sz="1300" b="0" i="1" smtClean="0">
                        <a:latin typeface="Cambria Math" panose="02040503050406030204" pitchFamily="18" charset="0"/>
                      </a:rPr>
                      <m:t>𝑝𝑜𝑠𝑖𝑡𝑖𝑜𝑛</m:t>
                    </m:r>
                    <m:r>
                      <a:rPr lang="en-US" sz="1300" b="0" i="1" smtClean="0">
                        <a:latin typeface="Cambria Math" panose="02040503050406030204" pitchFamily="18" charset="0"/>
                      </a:rPr>
                      <m:t> </m:t>
                    </m:r>
                    <m:r>
                      <a:rPr lang="en-US" sz="1300" b="0" i="1" smtClean="0">
                        <a:latin typeface="Cambria Math" panose="02040503050406030204" pitchFamily="18" charset="0"/>
                      </a:rPr>
                      <m:t>𝑜𝑓</m:t>
                    </m:r>
                    <m:r>
                      <a:rPr lang="en-US" sz="1300" b="0" i="1" smtClean="0">
                        <a:latin typeface="Cambria Math" panose="02040503050406030204" pitchFamily="18" charset="0"/>
                      </a:rPr>
                      <m:t> </m:t>
                    </m:r>
                    <m:r>
                      <a:rPr lang="en-US" sz="1300" b="0" i="1" smtClean="0">
                        <a:latin typeface="Cambria Math" panose="02040503050406030204" pitchFamily="18" charset="0"/>
                      </a:rPr>
                      <m:t>𝑐𝑢𝑠𝑡𝑜𝑚𝑒𝑟</m:t>
                    </m:r>
                    <m:r>
                      <a:rPr lang="en-US" sz="1300" b="0" i="1" smtClean="0">
                        <a:latin typeface="Cambria Math" panose="02040503050406030204" pitchFamily="18" charset="0"/>
                      </a:rPr>
                      <m:t> </m:t>
                    </m:r>
                    <m:r>
                      <a:rPr lang="en-US" sz="1300" b="0" i="1" smtClean="0">
                        <a:latin typeface="Cambria Math" panose="02040503050406030204" pitchFamily="18" charset="0"/>
                      </a:rPr>
                      <m:t>𝑖</m:t>
                    </m:r>
                    <m:r>
                      <a:rPr lang="en-US" sz="1300" b="0" i="1" smtClean="0">
                        <a:latin typeface="Cambria Math" panose="02040503050406030204" pitchFamily="18" charset="0"/>
                        <a:ea typeface="Cambria Math" panose="02040503050406030204" pitchFamily="18" charset="0"/>
                      </a:rPr>
                      <m:t>∈</m:t>
                    </m:r>
                    <m:sSub>
                      <m:sSubPr>
                        <m:ctrlPr>
                          <a:rPr lang="en-US" sz="1300" b="0" i="1" smtClean="0">
                            <a:latin typeface="Cambria Math" panose="02040503050406030204" pitchFamily="18" charset="0"/>
                            <a:ea typeface="Cambria Math" panose="02040503050406030204" pitchFamily="18" charset="0"/>
                          </a:rPr>
                        </m:ctrlPr>
                      </m:sSubPr>
                      <m:e>
                        <m:r>
                          <a:rPr lang="en-US" sz="1300" b="0" i="1" smtClean="0">
                            <a:latin typeface="Cambria Math" panose="02040503050406030204" pitchFamily="18" charset="0"/>
                            <a:ea typeface="Cambria Math" panose="02040503050406030204" pitchFamily="18" charset="0"/>
                          </a:rPr>
                          <m:t>𝑃</m:t>
                        </m:r>
                      </m:e>
                      <m:sub>
                        <m:r>
                          <a:rPr lang="en-US" sz="1300" b="0" i="1" smtClean="0">
                            <a:latin typeface="Cambria Math" panose="02040503050406030204" pitchFamily="18" charset="0"/>
                            <a:ea typeface="Cambria Math" panose="02040503050406030204" pitchFamily="18" charset="0"/>
                          </a:rPr>
                          <m:t>𝑘</m:t>
                        </m:r>
                      </m:sub>
                    </m:sSub>
                    <m:r>
                      <a:rPr lang="en-US" sz="1300" b="0" i="1" smtClean="0">
                        <a:latin typeface="Cambria Math" panose="02040503050406030204" pitchFamily="18" charset="0"/>
                        <a:ea typeface="Cambria Math" panose="02040503050406030204" pitchFamily="18" charset="0"/>
                      </a:rPr>
                      <m:t> </m:t>
                    </m:r>
                    <m:r>
                      <a:rPr lang="en-US" sz="1300" b="0" i="1" smtClean="0">
                        <a:latin typeface="Cambria Math" panose="02040503050406030204" pitchFamily="18" charset="0"/>
                        <a:ea typeface="Cambria Math" panose="02040503050406030204" pitchFamily="18" charset="0"/>
                      </a:rPr>
                      <m:t>𝑖𝑛</m:t>
                    </m:r>
                    <m:r>
                      <a:rPr lang="en-US" sz="1300" b="0" i="1" smtClean="0">
                        <a:latin typeface="Cambria Math" panose="02040503050406030204" pitchFamily="18" charset="0"/>
                        <a:ea typeface="Cambria Math" panose="02040503050406030204" pitchFamily="18" charset="0"/>
                      </a:rPr>
                      <m:t> </m:t>
                    </m:r>
                    <m:r>
                      <a:rPr lang="en-US" sz="1300" b="0" i="1" smtClean="0">
                        <a:latin typeface="Cambria Math" panose="02040503050406030204" pitchFamily="18" charset="0"/>
                        <a:ea typeface="Cambria Math" panose="02040503050406030204" pitchFamily="18" charset="0"/>
                      </a:rPr>
                      <m:t>𝑡h𝑒</m:t>
                    </m:r>
                    <m:r>
                      <a:rPr lang="en-US" sz="1300" b="0" i="1" smtClean="0">
                        <a:latin typeface="Cambria Math" panose="02040503050406030204" pitchFamily="18" charset="0"/>
                        <a:ea typeface="Cambria Math" panose="02040503050406030204" pitchFamily="18" charset="0"/>
                      </a:rPr>
                      <m:t> </m:t>
                    </m:r>
                    <m:r>
                      <a:rPr lang="en-US" sz="1300" b="0" i="1" smtClean="0">
                        <a:latin typeface="Cambria Math" panose="02040503050406030204" pitchFamily="18" charset="0"/>
                        <a:ea typeface="Cambria Math" panose="02040503050406030204" pitchFamily="18" charset="0"/>
                      </a:rPr>
                      <m:t>𝑠𝑒𝑞𝑢𝑒𝑛𝑐𝑒</m:t>
                    </m:r>
                    <m:r>
                      <a:rPr lang="en-US" sz="1300" b="0" i="1" smtClean="0">
                        <a:latin typeface="Cambria Math" panose="02040503050406030204" pitchFamily="18" charset="0"/>
                        <a:ea typeface="Cambria Math" panose="02040503050406030204" pitchFamily="18" charset="0"/>
                      </a:rPr>
                      <m:t> </m:t>
                    </m:r>
                    <m:r>
                      <a:rPr lang="en-US" sz="1300" b="0" i="1" smtClean="0">
                        <a:latin typeface="Cambria Math" panose="02040503050406030204" pitchFamily="18" charset="0"/>
                        <a:ea typeface="Cambria Math" panose="02040503050406030204" pitchFamily="18" charset="0"/>
                      </a:rPr>
                      <m:t>𝑜𝑓</m:t>
                    </m:r>
                    <m:r>
                      <a:rPr lang="en-US" sz="1300" b="0" i="1" smtClean="0">
                        <a:latin typeface="Cambria Math" panose="02040503050406030204" pitchFamily="18" charset="0"/>
                        <a:ea typeface="Cambria Math" panose="02040503050406030204" pitchFamily="18" charset="0"/>
                      </a:rPr>
                      <m:t> </m:t>
                    </m:r>
                    <m:r>
                      <a:rPr lang="en-US" sz="1300" b="0" i="1" smtClean="0">
                        <a:latin typeface="Cambria Math" panose="02040503050406030204" pitchFamily="18" charset="0"/>
                        <a:ea typeface="Cambria Math" panose="02040503050406030204" pitchFamily="18" charset="0"/>
                      </a:rPr>
                      <m:t>𝑡h𝑒</m:t>
                    </m:r>
                    <m:r>
                      <a:rPr lang="en-US" sz="1300" b="0" i="1" smtClean="0">
                        <a:latin typeface="Cambria Math" panose="02040503050406030204" pitchFamily="18" charset="0"/>
                        <a:ea typeface="Cambria Math" panose="02040503050406030204" pitchFamily="18" charset="0"/>
                      </a:rPr>
                      <m:t> </m:t>
                    </m:r>
                    <m:r>
                      <a:rPr lang="en-US" sz="1300" b="0" i="1" smtClean="0">
                        <a:latin typeface="Cambria Math" panose="02040503050406030204" pitchFamily="18" charset="0"/>
                        <a:ea typeface="Cambria Math" panose="02040503050406030204" pitchFamily="18" charset="0"/>
                      </a:rPr>
                      <m:t>𝑡𝑜𝑢𝑟</m:t>
                    </m:r>
                  </m:oMath>
                </a14:m>
                <a:endParaRPr lang="en-US" sz="1300" b="0"/>
              </a:p>
              <a:p>
                <a:pPr marL="285750" indent="-285750">
                  <a:buFont typeface="Arial" panose="020B0604020202020204" pitchFamily="34" charset="0"/>
                  <a:buChar char="•"/>
                </a:pPr>
                <a:endParaRPr lang="en-US" sz="1300" b="0"/>
              </a:p>
            </p:txBody>
          </p:sp>
        </mc:Choice>
        <mc:Fallback>
          <p:sp>
            <p:nvSpPr>
              <p:cNvPr id="4" name="Content Placeholder 3">
                <a:extLst>
                  <a:ext uri="{FF2B5EF4-FFF2-40B4-BE49-F238E27FC236}">
                    <a16:creationId xmlns:a16="http://schemas.microsoft.com/office/drawing/2014/main" id="{18910207-658A-E5CD-A6B7-38AC79DDD2A0}"/>
                  </a:ext>
                </a:extLst>
              </p:cNvPr>
              <p:cNvSpPr>
                <a:spLocks noGrp="1" noRot="1" noChangeAspect="1" noMove="1" noResize="1" noEditPoints="1" noAdjustHandles="1" noChangeArrowheads="1" noChangeShapeType="1" noTextEdit="1"/>
              </p:cNvSpPr>
              <p:nvPr>
                <p:ph sz="quarter" idx="19"/>
              </p:nvPr>
            </p:nvSpPr>
            <p:spPr>
              <a:xfrm>
                <a:off x="6096001" y="4209222"/>
                <a:ext cx="6096000" cy="1669774"/>
              </a:xfrm>
              <a:blipFill>
                <a:blip r:embed="rId3"/>
                <a:stretch>
                  <a:fillRect/>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9243B223-3368-6DBA-2853-17A01BA339DC}"/>
              </a:ext>
            </a:extLst>
          </p:cNvPr>
          <p:cNvPicPr>
            <a:picLocks noChangeAspect="1"/>
          </p:cNvPicPr>
          <p:nvPr/>
        </p:nvPicPr>
        <p:blipFill>
          <a:blip r:embed="rId4"/>
          <a:stretch>
            <a:fillRect/>
          </a:stretch>
        </p:blipFill>
        <p:spPr>
          <a:xfrm>
            <a:off x="80756" y="1922763"/>
            <a:ext cx="5468592" cy="1781534"/>
          </a:xfrm>
          <a:prstGeom prst="rect">
            <a:avLst/>
          </a:prstGeom>
        </p:spPr>
      </p:pic>
      <p:pic>
        <p:nvPicPr>
          <p:cNvPr id="8" name="Picture 7">
            <a:extLst>
              <a:ext uri="{FF2B5EF4-FFF2-40B4-BE49-F238E27FC236}">
                <a16:creationId xmlns:a16="http://schemas.microsoft.com/office/drawing/2014/main" id="{F2B6C63E-572C-D07F-30AF-7B7DB9565882}"/>
              </a:ext>
            </a:extLst>
          </p:cNvPr>
          <p:cNvPicPr>
            <a:picLocks noChangeAspect="1"/>
          </p:cNvPicPr>
          <p:nvPr/>
        </p:nvPicPr>
        <p:blipFill>
          <a:blip r:embed="rId5"/>
          <a:stretch>
            <a:fillRect/>
          </a:stretch>
        </p:blipFill>
        <p:spPr>
          <a:xfrm>
            <a:off x="6172489" y="1922763"/>
            <a:ext cx="4896102" cy="2228965"/>
          </a:xfrm>
          <a:prstGeom prst="rect">
            <a:avLst/>
          </a:prstGeom>
        </p:spPr>
      </p:pic>
      <mc:AlternateContent xmlns:mc="http://schemas.openxmlformats.org/markup-compatibility/2006">
        <mc:Choice xmlns:a14="http://schemas.microsoft.com/office/drawing/2010/main" Requires="a14">
          <p:sp>
            <p:nvSpPr>
              <p:cNvPr id="9" name="Content Placeholder 2">
                <a:extLst>
                  <a:ext uri="{FF2B5EF4-FFF2-40B4-BE49-F238E27FC236}">
                    <a16:creationId xmlns:a16="http://schemas.microsoft.com/office/drawing/2014/main" id="{EB797DFB-3523-B990-2D04-A6F911FEDD36}"/>
                  </a:ext>
                </a:extLst>
              </p:cNvPr>
              <p:cNvSpPr txBox="1">
                <a:spLocks/>
              </p:cNvSpPr>
              <p:nvPr/>
            </p:nvSpPr>
            <p:spPr>
              <a:xfrm>
                <a:off x="233156" y="3877446"/>
                <a:ext cx="5316192" cy="1931555"/>
              </a:xfrm>
              <a:prstGeom prst="rect">
                <a:avLst/>
              </a:prstGeom>
            </p:spPr>
            <p:txBody>
              <a:bodyPr vert="horz" lIns="109728" tIns="109728" rIns="109728" bIns="91440" rtlCol="0" anchor="t">
                <a:normAutofit/>
              </a:bodyPr>
              <a:lstStyle>
                <a:lvl1pPr marL="0" indent="0" algn="l" defTabSz="914400" rtl="0" eaLnBrk="1" latinLnBrk="0" hangingPunct="1">
                  <a:lnSpc>
                    <a:spcPct val="125000"/>
                  </a:lnSpc>
                  <a:spcBef>
                    <a:spcPts val="930"/>
                  </a:spcBef>
                  <a:spcAft>
                    <a:spcPts val="600"/>
                  </a:spcAft>
                  <a:buFont typeface="Corbel" panose="020B0503020204020204" pitchFamily="34" charset="0"/>
                  <a:buNone/>
                  <a:defRPr sz="1800" b="0"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25000"/>
                  </a:lnSpc>
                  <a:spcBef>
                    <a:spcPts val="930"/>
                  </a:spcBef>
                  <a:spcAft>
                    <a:spcPts val="600"/>
                  </a:spcAft>
                  <a:buFont typeface="Corbel" panose="020B0503020204020204" pitchFamily="34" charset="0"/>
                  <a:buNone/>
                  <a:defRPr sz="18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25000"/>
                  </a:lnSpc>
                  <a:spcBef>
                    <a:spcPts val="930"/>
                  </a:spcBef>
                  <a:spcAft>
                    <a:spcPts val="600"/>
                  </a:spcAft>
                  <a:buFont typeface="Corbel" panose="020B0503020204020204" pitchFamily="34" charset="0"/>
                  <a:buChar char="–"/>
                  <a:defRPr sz="18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25000"/>
                  </a:lnSpc>
                  <a:spcBef>
                    <a:spcPts val="930"/>
                  </a:spcBef>
                  <a:spcAft>
                    <a:spcPts val="600"/>
                  </a:spcAft>
                  <a:buFont typeface="Corbel" panose="020B0503020204020204" pitchFamily="34" charset="0"/>
                  <a:buChar char="–"/>
                  <a:defRPr sz="18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25000"/>
                  </a:lnSpc>
                  <a:spcBef>
                    <a:spcPts val="930"/>
                  </a:spcBef>
                  <a:spcAft>
                    <a:spcPts val="600"/>
                  </a:spcAft>
                  <a:buFont typeface="Corbel" panose="020B0503020204020204" pitchFamily="34" charset="0"/>
                  <a:buChar char="–"/>
                  <a:defRPr sz="18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285750" indent="-285750">
                  <a:buFont typeface="Arial" panose="020B0604020202020204" pitchFamily="34" charset="0"/>
                  <a:buChar char="•"/>
                </a:pPr>
                <a14:m>
                  <m:oMath xmlns:m="http://schemas.openxmlformats.org/officeDocument/2006/math">
                    <m:sSub>
                      <m:sSubPr>
                        <m:ctrlPr>
                          <a:rPr lang="en-US" sz="1300" b="0" i="1" dirty="0" smtClean="0">
                            <a:latin typeface="Cambria Math" panose="02040503050406030204" pitchFamily="18" charset="0"/>
                          </a:rPr>
                        </m:ctrlPr>
                      </m:sSubPr>
                      <m:e>
                        <m:r>
                          <a:rPr lang="en-US" sz="1300" b="0" i="1" dirty="0" smtClean="0">
                            <a:latin typeface="Cambria Math" panose="02040503050406030204" pitchFamily="18" charset="0"/>
                          </a:rPr>
                          <m:t>𝑦</m:t>
                        </m:r>
                      </m:e>
                      <m:sub>
                        <m:r>
                          <a:rPr lang="en-US" sz="1300" b="0" i="1" dirty="0" smtClean="0">
                            <a:latin typeface="Cambria Math" panose="02040503050406030204" pitchFamily="18" charset="0"/>
                          </a:rPr>
                          <m:t>𝑖𝑘</m:t>
                        </m:r>
                      </m:sub>
                    </m:sSub>
                    <m:r>
                      <a:rPr lang="en-US" sz="1300" b="0" i="1" dirty="0" smtClean="0">
                        <a:latin typeface="Cambria Math" panose="02040503050406030204" pitchFamily="18" charset="0"/>
                      </a:rPr>
                      <m:t>=1 </m:t>
                    </m:r>
                    <m:r>
                      <a:rPr lang="en-US" sz="1300" b="0" i="1" dirty="0" smtClean="0">
                        <a:latin typeface="Cambria Math" panose="02040503050406030204" pitchFamily="18" charset="0"/>
                      </a:rPr>
                      <m:t>𝑖𝑓</m:t>
                    </m:r>
                    <m:r>
                      <a:rPr lang="en-US" sz="1300" b="0" i="1" dirty="0" smtClean="0">
                        <a:latin typeface="Cambria Math" panose="02040503050406030204" pitchFamily="18" charset="0"/>
                      </a:rPr>
                      <m:t> </m:t>
                    </m:r>
                    <m:r>
                      <a:rPr lang="en-US" sz="1300" b="0" i="1" dirty="0" smtClean="0">
                        <a:latin typeface="Cambria Math" panose="02040503050406030204" pitchFamily="18" charset="0"/>
                      </a:rPr>
                      <m:t>𝑐𝑢𝑠𝑡𝑜𝑚𝑒𝑟</m:t>
                    </m:r>
                    <m:r>
                      <a:rPr lang="en-US" sz="1300" b="0" i="1" dirty="0" smtClean="0">
                        <a:latin typeface="Cambria Math" panose="02040503050406030204" pitchFamily="18" charset="0"/>
                      </a:rPr>
                      <m:t> </m:t>
                    </m:r>
                    <m:r>
                      <a:rPr lang="en-US" sz="1300" b="0" i="1" dirty="0" smtClean="0">
                        <a:latin typeface="Cambria Math" panose="02040503050406030204" pitchFamily="18" charset="0"/>
                      </a:rPr>
                      <m:t>𝑖</m:t>
                    </m:r>
                    <m:r>
                      <a:rPr lang="en-US" sz="1300" b="0" i="1" dirty="0" smtClean="0">
                        <a:latin typeface="Cambria Math" panose="02040503050406030204" pitchFamily="18" charset="0"/>
                        <a:ea typeface="Cambria Math" panose="02040503050406030204" pitchFamily="18" charset="0"/>
                      </a:rPr>
                      <m:t>∈</m:t>
                    </m:r>
                    <m:r>
                      <a:rPr lang="en-US" sz="1300" b="0" i="1" dirty="0" smtClean="0">
                        <a:latin typeface="Cambria Math" panose="02040503050406030204" pitchFamily="18" charset="0"/>
                        <a:ea typeface="Cambria Math" panose="02040503050406030204" pitchFamily="18" charset="0"/>
                      </a:rPr>
                      <m:t>𝑉</m:t>
                    </m:r>
                    <m:r>
                      <a:rPr lang="en-US" sz="1300" b="0" i="1" dirty="0" smtClean="0">
                        <a:latin typeface="Cambria Math" panose="02040503050406030204" pitchFamily="18" charset="0"/>
                        <a:ea typeface="Cambria Math" panose="02040503050406030204" pitchFamily="18" charset="0"/>
                      </a:rPr>
                      <m:t> </m:t>
                    </m:r>
                  </m:oMath>
                </a14:m>
                <a:endParaRPr lang="en-US" sz="1300" b="0" i="1">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1300" b="0" i="1" dirty="0" smtClean="0">
                          <a:latin typeface="Cambria Math" panose="02040503050406030204" pitchFamily="18" charset="0"/>
                          <a:ea typeface="Cambria Math" panose="02040503050406030204" pitchFamily="18" charset="0"/>
                        </a:rPr>
                        <m:t>𝑖𝑠</m:t>
                      </m:r>
                      <m:r>
                        <a:rPr lang="en-US" sz="1300" b="0" i="1" dirty="0" smtClean="0">
                          <a:latin typeface="Cambria Math" panose="02040503050406030204" pitchFamily="18" charset="0"/>
                          <a:ea typeface="Cambria Math" panose="02040503050406030204" pitchFamily="18" charset="0"/>
                        </a:rPr>
                        <m:t> </m:t>
                      </m:r>
                      <m:r>
                        <a:rPr lang="en-US" sz="1300" b="0" i="1" dirty="0" smtClean="0">
                          <a:latin typeface="Cambria Math" panose="02040503050406030204" pitchFamily="18" charset="0"/>
                          <a:ea typeface="Cambria Math" panose="02040503050406030204" pitchFamily="18" charset="0"/>
                        </a:rPr>
                        <m:t>𝑎𝑠𝑠𝑖𝑔𝑛𝑒𝑑</m:t>
                      </m:r>
                      <m:r>
                        <a:rPr lang="en-US" sz="1300" b="0" i="1" dirty="0" smtClean="0">
                          <a:latin typeface="Cambria Math" panose="02040503050406030204" pitchFamily="18" charset="0"/>
                          <a:ea typeface="Cambria Math" panose="02040503050406030204" pitchFamily="18" charset="0"/>
                        </a:rPr>
                        <m:t> </m:t>
                      </m:r>
                      <m:r>
                        <a:rPr lang="en-US" sz="1300" b="0" i="1" dirty="0" smtClean="0">
                          <a:latin typeface="Cambria Math" panose="02040503050406030204" pitchFamily="18" charset="0"/>
                          <a:ea typeface="Cambria Math" panose="02040503050406030204" pitchFamily="18" charset="0"/>
                        </a:rPr>
                        <m:t>𝑡𝑜</m:t>
                      </m:r>
                      <m:r>
                        <a:rPr lang="en-US" sz="1300" b="0" i="1" dirty="0" smtClean="0">
                          <a:latin typeface="Cambria Math" panose="02040503050406030204" pitchFamily="18" charset="0"/>
                          <a:ea typeface="Cambria Math" panose="02040503050406030204" pitchFamily="18" charset="0"/>
                        </a:rPr>
                        <m:t> </m:t>
                      </m:r>
                      <m:r>
                        <a:rPr lang="en-US" sz="1300" b="0" i="1" dirty="0" smtClean="0">
                          <a:latin typeface="Cambria Math" panose="02040503050406030204" pitchFamily="18" charset="0"/>
                          <a:ea typeface="Cambria Math" panose="02040503050406030204" pitchFamily="18" charset="0"/>
                        </a:rPr>
                        <m:t>𝑠𝑢𝑏𝑠𝑒𝑡</m:t>
                      </m:r>
                      <m:r>
                        <a:rPr lang="en-US" sz="1300" b="0" i="1" dirty="0" smtClean="0">
                          <a:latin typeface="Cambria Math" panose="02040503050406030204" pitchFamily="18" charset="0"/>
                          <a:ea typeface="Cambria Math" panose="02040503050406030204" pitchFamily="18" charset="0"/>
                        </a:rPr>
                        <m:t> </m:t>
                      </m:r>
                      <m:sSub>
                        <m:sSubPr>
                          <m:ctrlPr>
                            <a:rPr lang="en-US" sz="1300" b="0" i="1" dirty="0" smtClean="0">
                              <a:latin typeface="Cambria Math" panose="02040503050406030204" pitchFamily="18" charset="0"/>
                              <a:ea typeface="Cambria Math" panose="02040503050406030204" pitchFamily="18" charset="0"/>
                            </a:rPr>
                          </m:ctrlPr>
                        </m:sSubPr>
                        <m:e>
                          <m:r>
                            <a:rPr lang="en-US" sz="1300" b="0" i="1" dirty="0" smtClean="0">
                              <a:latin typeface="Cambria Math" panose="02040503050406030204" pitchFamily="18" charset="0"/>
                              <a:ea typeface="Cambria Math" panose="02040503050406030204" pitchFamily="18" charset="0"/>
                            </a:rPr>
                            <m:t>𝑃</m:t>
                          </m:r>
                        </m:e>
                        <m:sub>
                          <m:r>
                            <a:rPr lang="en-US" sz="1300" b="0" i="1" dirty="0" smtClean="0">
                              <a:latin typeface="Cambria Math" panose="02040503050406030204" pitchFamily="18" charset="0"/>
                              <a:ea typeface="Cambria Math" panose="02040503050406030204" pitchFamily="18" charset="0"/>
                            </a:rPr>
                            <m:t>𝑘</m:t>
                          </m:r>
                        </m:sub>
                      </m:sSub>
                      <m:r>
                        <a:rPr lang="en-US" sz="1300" b="0" i="1" dirty="0" smtClean="0">
                          <a:latin typeface="Cambria Math" panose="02040503050406030204" pitchFamily="18" charset="0"/>
                          <a:ea typeface="Cambria Math" panose="02040503050406030204" pitchFamily="18" charset="0"/>
                        </a:rPr>
                        <m:t>, 0 </m:t>
                      </m:r>
                      <m:r>
                        <a:rPr lang="en-US" sz="1300" b="0" i="1" dirty="0" smtClean="0">
                          <a:latin typeface="Cambria Math" panose="02040503050406030204" pitchFamily="18" charset="0"/>
                          <a:ea typeface="Cambria Math" panose="02040503050406030204" pitchFamily="18" charset="0"/>
                        </a:rPr>
                        <m:t>𝑜𝑡h𝑒𝑟𝑤𝑖𝑠𝑒</m:t>
                      </m:r>
                    </m:oMath>
                  </m:oMathPara>
                </a14:m>
                <a:endParaRPr lang="en-US" sz="1300" b="0" i="1">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14:m>
                  <m:oMath xmlns:m="http://schemas.openxmlformats.org/officeDocument/2006/math">
                    <m:sSub>
                      <m:sSubPr>
                        <m:ctrlPr>
                          <a:rPr lang="en-US" sz="1300" b="0" i="1" dirty="0" smtClean="0">
                            <a:latin typeface="Cambria Math" panose="02040503050406030204" pitchFamily="18" charset="0"/>
                          </a:rPr>
                        </m:ctrlPr>
                      </m:sSubPr>
                      <m:e>
                        <m:r>
                          <a:rPr lang="en-US" sz="1300" b="0" i="1" dirty="0" smtClean="0">
                            <a:latin typeface="Cambria Math" panose="02040503050406030204" pitchFamily="18" charset="0"/>
                          </a:rPr>
                          <m:t>𝑃</m:t>
                        </m:r>
                      </m:e>
                      <m:sub>
                        <m:r>
                          <a:rPr lang="en-US" sz="1300" b="0" i="1" dirty="0" smtClean="0">
                            <a:latin typeface="Cambria Math" panose="02040503050406030204" pitchFamily="18" charset="0"/>
                          </a:rPr>
                          <m:t>𝑘</m:t>
                        </m:r>
                      </m:sub>
                    </m:sSub>
                    <m:r>
                      <a:rPr lang="en-US" sz="1300" b="0" i="1" dirty="0" smtClean="0">
                        <a:latin typeface="Cambria Math" panose="02040503050406030204" pitchFamily="18" charset="0"/>
                      </a:rPr>
                      <m:t>=</m:t>
                    </m:r>
                    <m:r>
                      <a:rPr lang="en-US" sz="1300" b="0" i="1" dirty="0" smtClean="0">
                        <a:latin typeface="Cambria Math" panose="02040503050406030204" pitchFamily="18" charset="0"/>
                      </a:rPr>
                      <m:t>𝑟𝑒𝑝𝑟𝑒𝑠𝑒𝑛𝑡𝑠</m:t>
                    </m:r>
                    <m:r>
                      <a:rPr lang="en-US" sz="1300" b="0" i="1" dirty="0" smtClean="0">
                        <a:latin typeface="Cambria Math" panose="02040503050406030204" pitchFamily="18" charset="0"/>
                      </a:rPr>
                      <m:t> </m:t>
                    </m:r>
                    <m:r>
                      <a:rPr lang="en-US" sz="1300" b="0" i="1" dirty="0" smtClean="0">
                        <a:latin typeface="Cambria Math" panose="02040503050406030204" pitchFamily="18" charset="0"/>
                      </a:rPr>
                      <m:t>𝑐𝑢𝑠𝑡𝑜𝑚𝑒𝑟𝑠</m:t>
                    </m:r>
                    <m:r>
                      <a:rPr lang="en-US" sz="1300" b="0" i="1" dirty="0" smtClean="0">
                        <a:latin typeface="Cambria Math" panose="02040503050406030204" pitchFamily="18" charset="0"/>
                      </a:rPr>
                      <m:t> </m:t>
                    </m:r>
                    <m:r>
                      <a:rPr lang="en-US" sz="1300" b="0" i="1" dirty="0" smtClean="0">
                        <a:latin typeface="Cambria Math" panose="02040503050406030204" pitchFamily="18" charset="0"/>
                      </a:rPr>
                      <m:t>𝑎𝑠𝑠𝑖𝑔𝑛𝑒𝑑</m:t>
                    </m:r>
                    <m:r>
                      <a:rPr lang="en-US" sz="1300" b="0" i="1" dirty="0" smtClean="0">
                        <a:latin typeface="Cambria Math" panose="02040503050406030204" pitchFamily="18" charset="0"/>
                      </a:rPr>
                      <m:t> </m:t>
                    </m:r>
                    <m:r>
                      <a:rPr lang="en-US" sz="1300" b="0" i="1" dirty="0" smtClean="0">
                        <a:latin typeface="Cambria Math" panose="02040503050406030204" pitchFamily="18" charset="0"/>
                      </a:rPr>
                      <m:t>𝑡𝑜</m:t>
                    </m:r>
                    <m:r>
                      <a:rPr lang="en-US" sz="1300" b="0" i="1" dirty="0" smtClean="0">
                        <a:latin typeface="Cambria Math" panose="02040503050406030204" pitchFamily="18" charset="0"/>
                      </a:rPr>
                      <m:t> </m:t>
                    </m:r>
                  </m:oMath>
                </a14:m>
                <a:endParaRPr lang="en-US" sz="1300" b="0" i="1">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1300" b="0" i="1" dirty="0" smtClean="0">
                          <a:latin typeface="Cambria Math" panose="02040503050406030204" pitchFamily="18" charset="0"/>
                        </a:rPr>
                        <m:t>𝑣𝑒h𝑖𝑐𝑙𝑒</m:t>
                      </m:r>
                      <m:r>
                        <a:rPr lang="en-US" sz="1300" b="0" i="1" dirty="0" smtClean="0">
                          <a:latin typeface="Cambria Math" panose="02040503050406030204" pitchFamily="18" charset="0"/>
                        </a:rPr>
                        <m:t> </m:t>
                      </m:r>
                      <m:r>
                        <a:rPr lang="en-US" sz="1300" b="0" i="1" dirty="0" smtClean="0">
                          <a:latin typeface="Cambria Math" panose="02040503050406030204" pitchFamily="18" charset="0"/>
                        </a:rPr>
                        <m:t>𝑘</m:t>
                      </m:r>
                      <m:r>
                        <a:rPr lang="en-US" sz="1300" b="0" i="1" dirty="0" smtClean="0">
                          <a:latin typeface="Cambria Math" panose="02040503050406030204" pitchFamily="18" charset="0"/>
                        </a:rPr>
                        <m:t> </m:t>
                      </m:r>
                      <m:r>
                        <a:rPr lang="en-US" sz="1300" b="0" i="1" dirty="0" smtClean="0">
                          <a:latin typeface="Cambria Math" panose="02040503050406030204" pitchFamily="18" charset="0"/>
                        </a:rPr>
                        <m:t>𝑤h𝑒𝑟𝑒</m:t>
                      </m:r>
                      <m:r>
                        <a:rPr lang="en-US" sz="1300" b="0" i="1" dirty="0" smtClean="0">
                          <a:latin typeface="Cambria Math" panose="02040503050406030204" pitchFamily="18" charset="0"/>
                        </a:rPr>
                        <m:t> </m:t>
                      </m:r>
                      <m:r>
                        <a:rPr lang="en-US" sz="1300" b="0" i="1" dirty="0" smtClean="0">
                          <a:latin typeface="Cambria Math" panose="02040503050406030204" pitchFamily="18" charset="0"/>
                        </a:rPr>
                        <m:t>𝑡h𝑒</m:t>
                      </m:r>
                      <m:r>
                        <a:rPr lang="en-US" sz="1300" b="0" i="1" dirty="0" smtClean="0">
                          <a:latin typeface="Cambria Math" panose="02040503050406030204" pitchFamily="18" charset="0"/>
                        </a:rPr>
                        <m:t> </m:t>
                      </m:r>
                      <m:r>
                        <a:rPr lang="en-US" sz="1300" b="0" i="1" dirty="0" smtClean="0">
                          <a:latin typeface="Cambria Math" panose="02040503050406030204" pitchFamily="18" charset="0"/>
                        </a:rPr>
                        <m:t>𝑢𝑛𝑖𝑜𝑛</m:t>
                      </m:r>
                      <m:r>
                        <a:rPr lang="en-US" sz="1300" b="0" i="1" dirty="0" smtClean="0">
                          <a:latin typeface="Cambria Math" panose="02040503050406030204" pitchFamily="18" charset="0"/>
                        </a:rPr>
                        <m:t> </m:t>
                      </m:r>
                      <m:r>
                        <a:rPr lang="en-US" sz="1300" b="0" i="1" dirty="0" smtClean="0">
                          <a:latin typeface="Cambria Math" panose="02040503050406030204" pitchFamily="18" charset="0"/>
                        </a:rPr>
                        <m:t>𝑜𝑓</m:t>
                      </m:r>
                      <m:r>
                        <a:rPr lang="en-US" sz="1300" b="0" i="1" dirty="0" smtClean="0">
                          <a:latin typeface="Cambria Math" panose="02040503050406030204" pitchFamily="18" charset="0"/>
                        </a:rPr>
                        <m:t> </m:t>
                      </m:r>
                      <m:r>
                        <a:rPr lang="en-US" sz="1300" b="0" i="1" dirty="0" smtClean="0">
                          <a:latin typeface="Cambria Math" panose="02040503050406030204" pitchFamily="18" charset="0"/>
                        </a:rPr>
                        <m:t>𝑎𝑙𝑙</m:t>
                      </m:r>
                      <m:r>
                        <a:rPr lang="en-US" sz="1300" b="0" i="1" dirty="0" smtClean="0">
                          <a:latin typeface="Cambria Math" panose="02040503050406030204" pitchFamily="18" charset="0"/>
                        </a:rPr>
                        <m:t>  </m:t>
                      </m:r>
                      <m:sSub>
                        <m:sSubPr>
                          <m:ctrlPr>
                            <a:rPr lang="en-US" sz="1300" b="0" i="1" dirty="0" smtClean="0">
                              <a:latin typeface="Cambria Math" panose="02040503050406030204" pitchFamily="18" charset="0"/>
                            </a:rPr>
                          </m:ctrlPr>
                        </m:sSubPr>
                        <m:e>
                          <m:r>
                            <a:rPr lang="en-US" sz="1300" b="0" i="1" dirty="0" smtClean="0">
                              <a:latin typeface="Cambria Math" panose="02040503050406030204" pitchFamily="18" charset="0"/>
                            </a:rPr>
                            <m:t>𝑃</m:t>
                          </m:r>
                        </m:e>
                        <m:sub>
                          <m:r>
                            <a:rPr lang="en-US" sz="1300" b="0" i="1" dirty="0" smtClean="0">
                              <a:latin typeface="Cambria Math" panose="02040503050406030204" pitchFamily="18" charset="0"/>
                            </a:rPr>
                            <m:t>𝑘</m:t>
                          </m:r>
                        </m:sub>
                      </m:sSub>
                      <m:r>
                        <a:rPr lang="en-US" sz="1300" b="0" i="1" dirty="0" smtClean="0">
                          <a:latin typeface="Cambria Math" panose="02040503050406030204" pitchFamily="18" charset="0"/>
                        </a:rPr>
                        <m:t> </m:t>
                      </m:r>
                      <m:r>
                        <a:rPr lang="en-US" sz="1300" b="0" i="1" dirty="0" smtClean="0">
                          <a:latin typeface="Cambria Math" panose="02040503050406030204" pitchFamily="18" charset="0"/>
                        </a:rPr>
                        <m:t>𝑒𝑞𝑢𝑎𝑙𝑠</m:t>
                      </m:r>
                      <m:r>
                        <a:rPr lang="en-US" sz="1300" b="0" i="1" dirty="0" smtClean="0">
                          <a:latin typeface="Cambria Math" panose="02040503050406030204" pitchFamily="18" charset="0"/>
                        </a:rPr>
                        <m:t> </m:t>
                      </m:r>
                      <m:r>
                        <a:rPr lang="en-US" sz="1300" b="0" i="1" dirty="0" smtClean="0">
                          <a:latin typeface="Cambria Math" panose="02040503050406030204" pitchFamily="18" charset="0"/>
                        </a:rPr>
                        <m:t>𝑉</m:t>
                      </m:r>
                    </m:oMath>
                  </m:oMathPara>
                </a14:m>
                <a:endParaRPr lang="en-US" sz="1300" b="0" i="1">
                  <a:latin typeface="Cambria Math" panose="02040503050406030204" pitchFamily="18" charset="0"/>
                </a:endParaRPr>
              </a:p>
            </p:txBody>
          </p:sp>
        </mc:Choice>
        <mc:Fallback>
          <p:sp>
            <p:nvSpPr>
              <p:cNvPr id="9" name="Content Placeholder 2">
                <a:extLst>
                  <a:ext uri="{FF2B5EF4-FFF2-40B4-BE49-F238E27FC236}">
                    <a16:creationId xmlns:a16="http://schemas.microsoft.com/office/drawing/2014/main" id="{EB797DFB-3523-B990-2D04-A6F911FEDD36}"/>
                  </a:ext>
                </a:extLst>
              </p:cNvPr>
              <p:cNvSpPr txBox="1">
                <a:spLocks noRot="1" noChangeAspect="1" noMove="1" noResize="1" noEditPoints="1" noAdjustHandles="1" noChangeArrowheads="1" noChangeShapeType="1" noTextEdit="1"/>
              </p:cNvSpPr>
              <p:nvPr/>
            </p:nvSpPr>
            <p:spPr>
              <a:xfrm>
                <a:off x="233156" y="3877446"/>
                <a:ext cx="5316192" cy="1931555"/>
              </a:xfrm>
              <a:prstGeom prst="rect">
                <a:avLst/>
              </a:prstGeom>
              <a:blipFill>
                <a:blip r:embed="rId6"/>
                <a:stretch>
                  <a:fillRect/>
                </a:stretch>
              </a:blipFill>
            </p:spPr>
            <p:txBody>
              <a:bodyPr/>
              <a:lstStyle/>
              <a:p>
                <a:r>
                  <a:rPr lang="en-US">
                    <a:noFill/>
                  </a:rPr>
                  <a:t> </a:t>
                </a:r>
              </a:p>
            </p:txBody>
          </p:sp>
        </mc:Fallback>
      </mc:AlternateContent>
      <p:sp>
        <p:nvSpPr>
          <p:cNvPr id="10" name="Content Placeholder 2">
            <a:extLst>
              <a:ext uri="{FF2B5EF4-FFF2-40B4-BE49-F238E27FC236}">
                <a16:creationId xmlns:a16="http://schemas.microsoft.com/office/drawing/2014/main" id="{4B2F3B6A-724E-345A-DBD8-773253F4CFD3}"/>
              </a:ext>
            </a:extLst>
          </p:cNvPr>
          <p:cNvSpPr txBox="1">
            <a:spLocks/>
          </p:cNvSpPr>
          <p:nvPr/>
        </p:nvSpPr>
        <p:spPr>
          <a:xfrm>
            <a:off x="6172489" y="1424614"/>
            <a:ext cx="4896102" cy="492722"/>
          </a:xfrm>
          <a:prstGeom prst="rect">
            <a:avLst/>
          </a:prstGeom>
        </p:spPr>
        <p:txBody>
          <a:bodyPr vert="horz" lIns="109728" tIns="109728" rIns="109728" bIns="91440" rtlCol="0" anchor="t">
            <a:normAutofit fontScale="92500" lnSpcReduction="20000"/>
          </a:bodyPr>
          <a:lstStyle>
            <a:lvl1pPr marL="0" indent="0" algn="l" defTabSz="914400" rtl="0" eaLnBrk="1" latinLnBrk="0" hangingPunct="1">
              <a:lnSpc>
                <a:spcPct val="125000"/>
              </a:lnSpc>
              <a:spcBef>
                <a:spcPts val="930"/>
              </a:spcBef>
              <a:spcAft>
                <a:spcPts val="600"/>
              </a:spcAft>
              <a:buFont typeface="Corbel" panose="020B0503020204020204" pitchFamily="34" charset="0"/>
              <a:buNone/>
              <a:defRPr sz="1800" b="0"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25000"/>
              </a:lnSpc>
              <a:spcBef>
                <a:spcPts val="930"/>
              </a:spcBef>
              <a:spcAft>
                <a:spcPts val="600"/>
              </a:spcAft>
              <a:buFont typeface="Corbel" panose="020B0503020204020204" pitchFamily="34" charset="0"/>
              <a:buNone/>
              <a:defRPr sz="18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25000"/>
              </a:lnSpc>
              <a:spcBef>
                <a:spcPts val="930"/>
              </a:spcBef>
              <a:spcAft>
                <a:spcPts val="600"/>
              </a:spcAft>
              <a:buFont typeface="Corbel" panose="020B0503020204020204" pitchFamily="34" charset="0"/>
              <a:buChar char="–"/>
              <a:defRPr sz="18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25000"/>
              </a:lnSpc>
              <a:spcBef>
                <a:spcPts val="930"/>
              </a:spcBef>
              <a:spcAft>
                <a:spcPts val="600"/>
              </a:spcAft>
              <a:buFont typeface="Corbel" panose="020B0503020204020204" pitchFamily="34" charset="0"/>
              <a:buChar char="–"/>
              <a:defRPr sz="18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25000"/>
              </a:lnSpc>
              <a:spcBef>
                <a:spcPts val="930"/>
              </a:spcBef>
              <a:spcAft>
                <a:spcPts val="600"/>
              </a:spcAft>
              <a:buFont typeface="Corbel" panose="020B0503020204020204" pitchFamily="34" charset="0"/>
              <a:buChar char="–"/>
              <a:defRPr sz="18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r>
              <a:rPr lang="en-US"/>
              <a:t>Routing Subproblem (Classic TSP)</a:t>
            </a:r>
          </a:p>
        </p:txBody>
      </p:sp>
    </p:spTree>
    <p:extLst>
      <p:ext uri="{BB962C8B-B14F-4D97-AF65-F5344CB8AC3E}">
        <p14:creationId xmlns:p14="http://schemas.microsoft.com/office/powerpoint/2010/main" val="255369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DF3A2-CF62-C80B-CE50-52AAA6833B77}"/>
              </a:ext>
            </a:extLst>
          </p:cNvPr>
          <p:cNvSpPr>
            <a:spLocks noGrp="1"/>
          </p:cNvSpPr>
          <p:nvPr>
            <p:ph type="title"/>
          </p:nvPr>
        </p:nvSpPr>
        <p:spPr/>
        <p:txBody>
          <a:bodyPr/>
          <a:lstStyle/>
          <a:p>
            <a:r>
              <a:rPr lang="en-US"/>
              <a:t>Contribution:</a:t>
            </a:r>
            <a:br>
              <a:rPr lang="en-US"/>
            </a:br>
            <a:r>
              <a:rPr lang="en-US" sz="2000"/>
              <a:t>Proof of Concept for the Assignment – Routing Formulation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6E97716-FC7A-04E5-E3F3-437E01F2CB8C}"/>
                  </a:ext>
                </a:extLst>
              </p:cNvPr>
              <p:cNvSpPr>
                <a:spLocks noGrp="1"/>
              </p:cNvSpPr>
              <p:nvPr>
                <p:ph sz="quarter" idx="18"/>
              </p:nvPr>
            </p:nvSpPr>
            <p:spPr>
              <a:xfrm>
                <a:off x="1259929" y="2406535"/>
                <a:ext cx="8860815" cy="3489042"/>
              </a:xfrm>
            </p:spPr>
            <p:txBody>
              <a:bodyPr>
                <a:normAutofit/>
              </a:bodyPr>
              <a:lstStyle/>
              <a:p>
                <a:pPr marL="342900" indent="-342900">
                  <a:buAutoNum type="arabicPeriod"/>
                </a:pPr>
                <a:r>
                  <a:rPr lang="en-US"/>
                  <a:t>Given that minimizing </a:t>
                </a:r>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𝑚</m:t>
                        </m:r>
                      </m:sup>
                      <m:e>
                        <m:r>
                          <a:rPr lang="en-US" b="0" i="1" smtClean="0">
                            <a:latin typeface="Cambria Math" panose="02040503050406030204" pitchFamily="18" charset="0"/>
                          </a:rPr>
                          <m:t>𝑇</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𝑘</m:t>
                                </m:r>
                              </m:sub>
                            </m:sSub>
                          </m:e>
                        </m:d>
                      </m:e>
                    </m:nary>
                  </m:oMath>
                </a14:m>
                <a:r>
                  <a:rPr lang="en-US"/>
                  <a:t> is solution to the VRP we propose minimizing </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𝑓</m:t>
                        </m:r>
                      </m:e>
                    </m:acc>
                    <m:d>
                      <m:dPr>
                        <m:ctrlPr>
                          <a:rPr lang="en-US" i="1">
                            <a:latin typeface="Cambria Math" panose="02040503050406030204" pitchFamily="18" charset="0"/>
                          </a:rPr>
                        </m:ctrlPr>
                      </m:dPr>
                      <m:e>
                        <m:r>
                          <a:rPr lang="en-US" i="1">
                            <a:latin typeface="Cambria Math" panose="02040503050406030204" pitchFamily="18" charset="0"/>
                          </a:rPr>
                          <m:t>𝑠</m:t>
                        </m:r>
                      </m:e>
                    </m:d>
                    <m:r>
                      <a:rPr lang="en-US" i="1">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𝑘</m:t>
                        </m:r>
                        <m:r>
                          <a:rPr lang="en-US" i="1">
                            <a:latin typeface="Cambria Math" panose="02040503050406030204" pitchFamily="18" charset="0"/>
                          </a:rPr>
                          <m:t>=1</m:t>
                        </m:r>
                      </m:sub>
                      <m:sup>
                        <m:r>
                          <a:rPr lang="en-US" i="1">
                            <a:latin typeface="Cambria Math" panose="02040503050406030204" pitchFamily="18" charset="0"/>
                          </a:rPr>
                          <m:t>𝑚</m:t>
                        </m:r>
                      </m:sup>
                      <m:e>
                        <m:acc>
                          <m:accPr>
                            <m:chr m:val="̂"/>
                            <m:ctrlPr>
                              <a:rPr lang="en-US" i="1">
                                <a:latin typeface="Cambria Math" panose="02040503050406030204" pitchFamily="18" charset="0"/>
                              </a:rPr>
                            </m:ctrlPr>
                          </m:accPr>
                          <m:e>
                            <m:r>
                              <a:rPr lang="en-US" b="0" i="1" smtClean="0">
                                <a:latin typeface="Cambria Math" panose="02040503050406030204" pitchFamily="18" charset="0"/>
                              </a:rPr>
                              <m:t>𝑇</m:t>
                            </m:r>
                          </m:e>
                        </m:acc>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𝑘</m:t>
                                </m:r>
                              </m:sub>
                            </m:sSub>
                          </m:e>
                        </m:d>
                      </m:e>
                    </m:nary>
                  </m:oMath>
                </a14:m>
                <a:endParaRPr lang="en-US"/>
              </a:p>
              <a:p>
                <a:pPr marL="342900" indent="-342900">
                  <a:buAutoNum type="arabicPeriod"/>
                </a:pPr>
                <a:r>
                  <a:rPr lang="en-US"/>
                  <a:t>We create a new TSP tour length </a:t>
                </a:r>
                <a:r>
                  <a:rPr lang="en-US" u="sng"/>
                  <a:t>estimator</a:t>
                </a:r>
                <a:r>
                  <a:rPr lang="en-US"/>
                  <a:t>,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𝑇</m:t>
                        </m:r>
                      </m:e>
                    </m:acc>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𝑘</m:t>
                            </m:r>
                          </m:sub>
                        </m:sSub>
                      </m:e>
                    </m:d>
                  </m:oMath>
                </a14:m>
                <a:r>
                  <a:rPr lang="en-US"/>
                  <a:t>, and benchmark it against existing methods</a:t>
                </a:r>
              </a:p>
              <a:p>
                <a:pPr marL="342900" indent="-342900">
                  <a:buAutoNum type="arabicPeriod"/>
                </a:pPr>
                <a:r>
                  <a:rPr lang="en-US"/>
                  <a:t>We develop an optimizer for </a:t>
                </a:r>
                <a14:m>
                  <m:oMath xmlns:m="http://schemas.openxmlformats.org/officeDocument/2006/math">
                    <m:acc>
                      <m:accPr>
                        <m:chr m:val="̂"/>
                        <m:ctrlPr>
                          <a:rPr lang="en-US" i="1">
                            <a:latin typeface="Cambria Math" panose="02040503050406030204" pitchFamily="18" charset="0"/>
                          </a:rPr>
                        </m:ctrlPr>
                      </m:accPr>
                      <m:e>
                        <m:r>
                          <a:rPr lang="en-US" b="0" i="1" smtClean="0">
                            <a:latin typeface="Cambria Math" panose="02040503050406030204" pitchFamily="18" charset="0"/>
                          </a:rPr>
                          <m:t>𝑓</m:t>
                        </m:r>
                      </m:e>
                    </m:acc>
                    <m:d>
                      <m:dPr>
                        <m:ctrlPr>
                          <a:rPr lang="en-US" i="1">
                            <a:latin typeface="Cambria Math" panose="02040503050406030204" pitchFamily="18" charset="0"/>
                          </a:rPr>
                        </m:ctrlPr>
                      </m:dPr>
                      <m:e>
                        <m:r>
                          <a:rPr lang="en-US" b="0" i="1" smtClean="0">
                            <a:latin typeface="Cambria Math" panose="02040503050406030204" pitchFamily="18" charset="0"/>
                          </a:rPr>
                          <m:t>𝑠</m:t>
                        </m:r>
                      </m:e>
                    </m:d>
                    <m:r>
                      <a:rPr lang="en-US" i="1">
                        <a:latin typeface="Cambria Math" panose="02040503050406030204" pitchFamily="18" charset="0"/>
                      </a:rPr>
                      <m:t> </m:t>
                    </m:r>
                  </m:oMath>
                </a14:m>
                <a:r>
                  <a:rPr lang="en-US"/>
                  <a:t>to prove the viability of the Assignment – Routing Formulation</a:t>
                </a:r>
              </a:p>
            </p:txBody>
          </p:sp>
        </mc:Choice>
        <mc:Fallback>
          <p:sp>
            <p:nvSpPr>
              <p:cNvPr id="3" name="Content Placeholder 2">
                <a:extLst>
                  <a:ext uri="{FF2B5EF4-FFF2-40B4-BE49-F238E27FC236}">
                    <a16:creationId xmlns:a16="http://schemas.microsoft.com/office/drawing/2014/main" id="{E6E97716-FC7A-04E5-E3F3-437E01F2CB8C}"/>
                  </a:ext>
                </a:extLst>
              </p:cNvPr>
              <p:cNvSpPr>
                <a:spLocks noGrp="1" noRot="1" noChangeAspect="1" noMove="1" noResize="1" noEditPoints="1" noAdjustHandles="1" noChangeArrowheads="1" noChangeShapeType="1" noTextEdit="1"/>
              </p:cNvSpPr>
              <p:nvPr>
                <p:ph sz="quarter" idx="18"/>
              </p:nvPr>
            </p:nvSpPr>
            <p:spPr>
              <a:xfrm>
                <a:off x="1259929" y="2406535"/>
                <a:ext cx="8860815" cy="3489042"/>
              </a:xfrm>
              <a:blipFill>
                <a:blip r:embed="rId3"/>
                <a:stretch>
                  <a:fillRect l="-413" t="-9790" r="-1170"/>
                </a:stretch>
              </a:blipFill>
            </p:spPr>
            <p:txBody>
              <a:bodyPr/>
              <a:lstStyle/>
              <a:p>
                <a:r>
                  <a:rPr lang="en-US">
                    <a:noFill/>
                  </a:rPr>
                  <a:t> </a:t>
                </a:r>
              </a:p>
            </p:txBody>
          </p:sp>
        </mc:Fallback>
      </mc:AlternateContent>
    </p:spTree>
    <p:extLst>
      <p:ext uri="{BB962C8B-B14F-4D97-AF65-F5344CB8AC3E}">
        <p14:creationId xmlns:p14="http://schemas.microsoft.com/office/powerpoint/2010/main" val="1719507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814B6A3-5F3E-4909-8ED5-87FE82492264}"/>
              </a:ext>
            </a:extLst>
          </p:cNvPr>
          <p:cNvSpPr>
            <a:spLocks noGrp="1"/>
          </p:cNvSpPr>
          <p:nvPr>
            <p:ph type="ctrTitle"/>
          </p:nvPr>
        </p:nvSpPr>
        <p:spPr/>
        <p:txBody>
          <a:bodyPr vert="horz" lIns="109728" tIns="109728" rIns="109728" bIns="91440" rtlCol="0" anchor="b">
            <a:normAutofit/>
          </a:bodyPr>
          <a:lstStyle/>
          <a:p>
            <a:r>
              <a:rPr lang="en-US"/>
              <a:t>Literature Review</a:t>
            </a:r>
          </a:p>
        </p:txBody>
      </p:sp>
      <p:sp>
        <p:nvSpPr>
          <p:cNvPr id="6" name="Text Placeholder 5">
            <a:extLst>
              <a:ext uri="{FF2B5EF4-FFF2-40B4-BE49-F238E27FC236}">
                <a16:creationId xmlns:a16="http://schemas.microsoft.com/office/drawing/2014/main" id="{7C94F61A-46C1-B831-7EC4-687DF1C757C5}"/>
              </a:ext>
            </a:extLst>
          </p:cNvPr>
          <p:cNvSpPr>
            <a:spLocks noGrp="1"/>
          </p:cNvSpPr>
          <p:nvPr>
            <p:ph type="body" sz="quarter" idx="10"/>
          </p:nvPr>
        </p:nvSpPr>
        <p:spPr/>
        <p:txBody>
          <a:bodyPr>
            <a:normAutofit fontScale="92500" lnSpcReduction="20000"/>
          </a:bodyPr>
          <a:lstStyle/>
          <a:p>
            <a:pPr marL="457200" indent="-457200">
              <a:buAutoNum type="arabicPeriod"/>
            </a:pPr>
            <a:r>
              <a:rPr lang="en-US"/>
              <a:t>Heuristic Approaches to the VRP</a:t>
            </a:r>
          </a:p>
          <a:p>
            <a:pPr lvl="1"/>
            <a:r>
              <a:rPr lang="en-US"/>
              <a:t>	a. Construction Heuristics </a:t>
            </a:r>
          </a:p>
          <a:p>
            <a:pPr lvl="1"/>
            <a:r>
              <a:rPr lang="en-US"/>
              <a:t>	b. Improvement Heuristics</a:t>
            </a:r>
          </a:p>
          <a:p>
            <a:pPr marL="457200" indent="-457200">
              <a:buAutoNum type="arabicPeriod"/>
            </a:pPr>
            <a:r>
              <a:rPr lang="en-US"/>
              <a:t>Tour Length Estimation for the TSP</a:t>
            </a:r>
          </a:p>
        </p:txBody>
      </p:sp>
    </p:spTree>
    <p:extLst>
      <p:ext uri="{BB962C8B-B14F-4D97-AF65-F5344CB8AC3E}">
        <p14:creationId xmlns:p14="http://schemas.microsoft.com/office/powerpoint/2010/main" val="31115493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2E6F2-D7F3-7E0D-F6A0-C210B03C6556}"/>
              </a:ext>
            </a:extLst>
          </p:cNvPr>
          <p:cNvSpPr>
            <a:spLocks noGrp="1"/>
          </p:cNvSpPr>
          <p:nvPr>
            <p:ph type="title"/>
          </p:nvPr>
        </p:nvSpPr>
        <p:spPr/>
        <p:txBody>
          <a:bodyPr/>
          <a:lstStyle/>
          <a:p>
            <a:r>
              <a:rPr lang="en-US"/>
              <a:t>Heuristic Approaches to the VRP</a:t>
            </a:r>
          </a:p>
        </p:txBody>
      </p:sp>
      <p:sp>
        <p:nvSpPr>
          <p:cNvPr id="3" name="Content Placeholder 2">
            <a:extLst>
              <a:ext uri="{FF2B5EF4-FFF2-40B4-BE49-F238E27FC236}">
                <a16:creationId xmlns:a16="http://schemas.microsoft.com/office/drawing/2014/main" id="{7DF449CD-BCAC-7397-CE46-D205A0CFBC47}"/>
              </a:ext>
            </a:extLst>
          </p:cNvPr>
          <p:cNvSpPr>
            <a:spLocks noGrp="1"/>
          </p:cNvSpPr>
          <p:nvPr>
            <p:ph sz="quarter" idx="14"/>
          </p:nvPr>
        </p:nvSpPr>
        <p:spPr/>
        <p:txBody>
          <a:bodyPr>
            <a:normAutofit/>
          </a:bodyPr>
          <a:lstStyle/>
          <a:p>
            <a:r>
              <a:rPr lang="en-US"/>
              <a:t>Constructive Heuristics:</a:t>
            </a:r>
          </a:p>
          <a:p>
            <a:r>
              <a:rPr lang="en-US"/>
              <a:t>Construct a strong feasible solution</a:t>
            </a:r>
          </a:p>
          <a:p>
            <a:pPr marL="342900" indent="-342900">
              <a:buAutoNum type="arabicPeriod"/>
            </a:pPr>
            <a:r>
              <a:rPr lang="en-US"/>
              <a:t>Clark &amp; Wright (cannot specify number of vehicles).</a:t>
            </a:r>
          </a:p>
          <a:p>
            <a:pPr marL="342900" indent="-342900">
              <a:buAutoNum type="arabicPeriod"/>
            </a:pPr>
            <a:r>
              <a:rPr lang="en-US"/>
              <a:t>Insertion heuristics: nearest-neighbor, Regret-k.</a:t>
            </a:r>
          </a:p>
        </p:txBody>
      </p:sp>
      <p:pic>
        <p:nvPicPr>
          <p:cNvPr id="3074" name="Picture 2" descr="Application of the Clark–Wright Method to Improve the Sustainability of ...">
            <a:hlinkClick r:id="rId2"/>
            <a:extLst>
              <a:ext uri="{FF2B5EF4-FFF2-40B4-BE49-F238E27FC236}">
                <a16:creationId xmlns:a16="http://schemas.microsoft.com/office/drawing/2014/main" id="{9D7A1721-F0E1-D966-CE5C-88F7E930FF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3588" y="2329083"/>
            <a:ext cx="5813977" cy="2913828"/>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9820C54D-BF54-8029-9C5F-474DAC3F0B84}"/>
              </a:ext>
            </a:extLst>
          </p:cNvPr>
          <p:cNvSpPr txBox="1"/>
          <p:nvPr/>
        </p:nvSpPr>
        <p:spPr>
          <a:xfrm>
            <a:off x="6710156" y="5242911"/>
            <a:ext cx="4655240" cy="369332"/>
          </a:xfrm>
          <a:prstGeom prst="rect">
            <a:avLst/>
          </a:prstGeom>
          <a:noFill/>
        </p:spPr>
        <p:txBody>
          <a:bodyPr wrap="square">
            <a:spAutoFit/>
          </a:bodyPr>
          <a:lstStyle/>
          <a:p>
            <a:r>
              <a:rPr lang="en-US"/>
              <a:t>Example of the Clark &amp; Wright Heuristic </a:t>
            </a:r>
          </a:p>
        </p:txBody>
      </p:sp>
    </p:spTree>
    <p:extLst>
      <p:ext uri="{BB962C8B-B14F-4D97-AF65-F5344CB8AC3E}">
        <p14:creationId xmlns:p14="http://schemas.microsoft.com/office/powerpoint/2010/main" val="9310090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C3B59E90-C2E6-4C7B-B62A-9A39E4D13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7" name="Rectangle 2056">
            <a:extLst>
              <a:ext uri="{FF2B5EF4-FFF2-40B4-BE49-F238E27FC236}">
                <a16:creationId xmlns:a16="http://schemas.microsoft.com/office/drawing/2014/main" id="{F41B2979-9B0F-4F3C-A912-A0A5339D7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16940"/>
            <a:ext cx="1000102" cy="4224461"/>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0D88D065-482C-41CF-99A2-50EFB1B94E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1626" y="1616940"/>
            <a:ext cx="11190374" cy="418256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BA0D99-AEAA-8B26-B65B-430339BB211B}"/>
              </a:ext>
            </a:extLst>
          </p:cNvPr>
          <p:cNvSpPr>
            <a:spLocks noGrp="1"/>
          </p:cNvSpPr>
          <p:nvPr>
            <p:ph type="title"/>
          </p:nvPr>
        </p:nvSpPr>
        <p:spPr>
          <a:xfrm>
            <a:off x="1668219" y="1910866"/>
            <a:ext cx="5408670" cy="1054972"/>
          </a:xfrm>
        </p:spPr>
        <p:txBody>
          <a:bodyPr>
            <a:normAutofit/>
          </a:bodyPr>
          <a:lstStyle/>
          <a:p>
            <a:pPr>
              <a:lnSpc>
                <a:spcPct val="140000"/>
              </a:lnSpc>
            </a:pPr>
            <a:r>
              <a:rPr lang="en-US" sz="2700"/>
              <a:t>Improvement Heuristics</a:t>
            </a:r>
          </a:p>
        </p:txBody>
      </p:sp>
      <p:sp>
        <p:nvSpPr>
          <p:cNvPr id="2061" name="Rectangle 2060">
            <a:extLst>
              <a:ext uri="{FF2B5EF4-FFF2-40B4-BE49-F238E27FC236}">
                <a16:creationId xmlns:a16="http://schemas.microsoft.com/office/drawing/2014/main" id="{E0B15B07-5DFC-49A7-83E7-33AE560DDD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89632" y="3669992"/>
            <a:ext cx="4224528"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3" name="Rectangle 2062">
            <a:extLst>
              <a:ext uri="{FF2B5EF4-FFF2-40B4-BE49-F238E27FC236}">
                <a16:creationId xmlns:a16="http://schemas.microsoft.com/office/drawing/2014/main" id="{23E1A6E1-A101-407D-9872-0506425C7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4974" y="0"/>
            <a:ext cx="4667026" cy="16316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5" name="Rectangle 2064">
            <a:extLst>
              <a:ext uri="{FF2B5EF4-FFF2-40B4-BE49-F238E27FC236}">
                <a16:creationId xmlns:a16="http://schemas.microsoft.com/office/drawing/2014/main" id="{E49E4F89-BD43-4E3D-88E8-6C7E8AA9F7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1574051"/>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673C15AA-F42B-D0B8-54D0-8FCC1A3F8126}"/>
              </a:ext>
            </a:extLst>
          </p:cNvPr>
          <p:cNvSpPr>
            <a:spLocks noGrp="1"/>
          </p:cNvSpPr>
          <p:nvPr>
            <p:ph idx="1"/>
          </p:nvPr>
        </p:nvSpPr>
        <p:spPr>
          <a:xfrm>
            <a:off x="1665170" y="2979166"/>
            <a:ext cx="5426595" cy="2483379"/>
          </a:xfrm>
        </p:spPr>
        <p:txBody>
          <a:bodyPr anchor="t">
            <a:normAutofit fontScale="92500"/>
          </a:bodyPr>
          <a:lstStyle/>
          <a:p>
            <a:pPr marL="342900" indent="-342900">
              <a:lnSpc>
                <a:spcPct val="130000"/>
              </a:lnSpc>
              <a:buAutoNum type="arabicPeriod"/>
            </a:pPr>
            <a:r>
              <a:rPr lang="en-US" sz="1300"/>
              <a:t>Begin with feasible solution and iteratively apply ‘operators’ (moves) to improve solution.</a:t>
            </a:r>
          </a:p>
          <a:p>
            <a:pPr lvl="1">
              <a:lnSpc>
                <a:spcPct val="130000"/>
              </a:lnSpc>
            </a:pPr>
            <a:r>
              <a:rPr lang="en-US" sz="1300"/>
              <a:t>Inter-route operators: pairwise exchange, relocate, CROSS-exchange, ejection-chain, and cycling exchanges.</a:t>
            </a:r>
          </a:p>
          <a:p>
            <a:pPr marL="342900" indent="-342900">
              <a:lnSpc>
                <a:spcPct val="130000"/>
              </a:lnSpc>
              <a:buAutoNum type="arabicPeriod"/>
            </a:pPr>
            <a:r>
              <a:rPr lang="en-US" sz="1300"/>
              <a:t>Metaheuristics: Tabu Search, Large Neighborhood Search, Variable Neighborhood Search</a:t>
            </a:r>
          </a:p>
        </p:txBody>
      </p:sp>
      <p:pic>
        <p:nvPicPr>
          <p:cNvPr id="2050" name="Picture 2" descr="1 The heuristic principle of local search 2-OPT | Download Scientific ...">
            <a:hlinkClick r:id="rId2"/>
            <a:extLst>
              <a:ext uri="{FF2B5EF4-FFF2-40B4-BE49-F238E27FC236}">
                <a16:creationId xmlns:a16="http://schemas.microsoft.com/office/drawing/2014/main" id="{29458656-BFD4-634C-85E1-9601DA5B87F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023988" y="2460745"/>
            <a:ext cx="3668998" cy="2536850"/>
          </a:xfrm>
          <a:prstGeom prst="rect">
            <a:avLst/>
          </a:prstGeom>
          <a:noFill/>
          <a:extLst>
            <a:ext uri="{909E8E84-426E-40DD-AFC4-6F175D3DCCD1}">
              <a14:hiddenFill xmlns:a14="http://schemas.microsoft.com/office/drawing/2010/main">
                <a:solidFill>
                  <a:srgbClr val="FFFFFF"/>
                </a:solidFill>
              </a14:hiddenFill>
            </a:ext>
          </a:extLst>
        </p:spPr>
      </p:pic>
      <p:sp>
        <p:nvSpPr>
          <p:cNvPr id="2067" name="Rectangle 2066">
            <a:extLst>
              <a:ext uri="{FF2B5EF4-FFF2-40B4-BE49-F238E27FC236}">
                <a16:creationId xmlns:a16="http://schemas.microsoft.com/office/drawing/2014/main" id="{71153701-84AC-48F8-BF95-FD091301A0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5842394"/>
            <a:ext cx="7498081" cy="1009249"/>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9" name="Rectangle 2068">
            <a:extLst>
              <a:ext uri="{FF2B5EF4-FFF2-40B4-BE49-F238E27FC236}">
                <a16:creationId xmlns:a16="http://schemas.microsoft.com/office/drawing/2014/main" id="{025FF1E9-6522-482B-A20C-EA7AF7CAA1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98080"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1" name="Rectangle 2070">
            <a:extLst>
              <a:ext uri="{FF2B5EF4-FFF2-40B4-BE49-F238E27FC236}">
                <a16:creationId xmlns:a16="http://schemas.microsoft.com/office/drawing/2014/main" id="{760CEDF7-1225-4242-8C30-EA518372A7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5799506"/>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329655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059" name="Rectangle 2058">
            <a:extLst>
              <a:ext uri="{FF2B5EF4-FFF2-40B4-BE49-F238E27FC236}">
                <a16:creationId xmlns:a16="http://schemas.microsoft.com/office/drawing/2014/main" id="{099405E2-1A96-4DBA-A9DC-4C2A1B421C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 name="Rectangle 2060">
            <a:extLst>
              <a:ext uri="{FF2B5EF4-FFF2-40B4-BE49-F238E27FC236}">
                <a16:creationId xmlns:a16="http://schemas.microsoft.com/office/drawing/2014/main" id="{C3FEC850-D70F-4F53-AFB0-352FEA945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866789"/>
            <a:ext cx="6795928" cy="25942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F5E661-8CD8-AFBA-E4ED-BCD878384D95}"/>
              </a:ext>
            </a:extLst>
          </p:cNvPr>
          <p:cNvSpPr>
            <a:spLocks noGrp="1"/>
          </p:cNvSpPr>
          <p:nvPr>
            <p:ph type="title"/>
          </p:nvPr>
        </p:nvSpPr>
        <p:spPr>
          <a:xfrm>
            <a:off x="1434622" y="1113327"/>
            <a:ext cx="4862811" cy="2019488"/>
          </a:xfrm>
        </p:spPr>
        <p:txBody>
          <a:bodyPr>
            <a:normAutofit/>
          </a:bodyPr>
          <a:lstStyle/>
          <a:p>
            <a:r>
              <a:rPr lang="en-US" sz="3300">
                <a:solidFill>
                  <a:schemeClr val="bg1"/>
                </a:solidFill>
              </a:rPr>
              <a:t>Tour Length Estimators for TSP</a:t>
            </a:r>
          </a:p>
        </p:txBody>
      </p:sp>
      <p:sp>
        <p:nvSpPr>
          <p:cNvPr id="2063" name="Rectangle 2062">
            <a:extLst>
              <a:ext uri="{FF2B5EF4-FFF2-40B4-BE49-F238E27FC236}">
                <a16:creationId xmlns:a16="http://schemas.microsoft.com/office/drawing/2014/main" id="{98928BEC-981A-4B8F-98FA-839975C5F1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63" y="930797"/>
            <a:ext cx="1070775" cy="2466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4" name="Picture 6" descr="Schematic diagram of TSP problem | Download Scientific Diagram">
            <a:hlinkClick r:id="rId2"/>
            <a:extLst>
              <a:ext uri="{FF2B5EF4-FFF2-40B4-BE49-F238E27FC236}">
                <a16:creationId xmlns:a16="http://schemas.microsoft.com/office/drawing/2014/main" id="{E8221840-128A-3C85-217F-2921D4FB8AF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022520" y="484630"/>
            <a:ext cx="3006895" cy="2519176"/>
          </a:xfrm>
          <a:prstGeom prst="rect">
            <a:avLst/>
          </a:prstGeom>
          <a:noFill/>
          <a:extLst>
            <a:ext uri="{909E8E84-426E-40DD-AFC4-6F175D3DCCD1}">
              <a14:hiddenFill xmlns:a14="http://schemas.microsoft.com/office/drawing/2010/main">
                <a:solidFill>
                  <a:srgbClr val="FFFFFF"/>
                </a:solidFill>
              </a14:hiddenFill>
            </a:ext>
          </a:extLst>
        </p:spPr>
      </p:pic>
      <p:sp>
        <p:nvSpPr>
          <p:cNvPr id="2065" name="Rectangle 2064">
            <a:extLst>
              <a:ext uri="{FF2B5EF4-FFF2-40B4-BE49-F238E27FC236}">
                <a16:creationId xmlns:a16="http://schemas.microsoft.com/office/drawing/2014/main" id="{32BA9D6C-8214-4E25-AF8B-48762AD8D5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8769" y="3515921"/>
            <a:ext cx="5789163" cy="3342079"/>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7" name="Rectangle 2066">
            <a:extLst>
              <a:ext uri="{FF2B5EF4-FFF2-40B4-BE49-F238E27FC236}">
                <a16:creationId xmlns:a16="http://schemas.microsoft.com/office/drawing/2014/main" id="{15114E9F-2A15-431C-9EF8-E5F1FFEE12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9" name="Rectangle 2068">
            <a:extLst>
              <a:ext uri="{FF2B5EF4-FFF2-40B4-BE49-F238E27FC236}">
                <a16:creationId xmlns:a16="http://schemas.microsoft.com/office/drawing/2014/main" id="{4E8B9C70-F708-443B-82A0-80E311A003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48457"/>
            <a:ext cx="679399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1" name="Rectangle 2070">
            <a:extLst>
              <a:ext uri="{FF2B5EF4-FFF2-40B4-BE49-F238E27FC236}">
                <a16:creationId xmlns:a16="http://schemas.microsoft.com/office/drawing/2014/main" id="{5D7B94B2-D9B6-4EAC-8CD9-3961D17843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96996"/>
            <a:ext cx="1219200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C2D0FE5-BF6B-E7C4-44E7-F9B7718D63CA}"/>
              </a:ext>
            </a:extLst>
          </p:cNvPr>
          <p:cNvSpPr>
            <a:spLocks noGrp="1"/>
          </p:cNvSpPr>
          <p:nvPr>
            <p:ph idx="1"/>
          </p:nvPr>
        </p:nvSpPr>
        <p:spPr>
          <a:xfrm>
            <a:off x="1434622" y="3707541"/>
            <a:ext cx="5117253" cy="2505801"/>
          </a:xfrm>
        </p:spPr>
        <p:txBody>
          <a:bodyPr anchor="t">
            <a:normAutofit/>
          </a:bodyPr>
          <a:lstStyle/>
          <a:p>
            <a:pPr marL="342900" indent="-342900">
              <a:lnSpc>
                <a:spcPct val="130000"/>
              </a:lnSpc>
              <a:buAutoNum type="arabicPeriod"/>
            </a:pPr>
            <a:r>
              <a:rPr lang="en-US" sz="1300"/>
              <a:t>Spatial Estimators utilize spatial properties of graph to predict tour length</a:t>
            </a:r>
          </a:p>
          <a:p>
            <a:pPr marL="342900" indent="-342900">
              <a:lnSpc>
                <a:spcPct val="130000"/>
              </a:lnSpc>
              <a:buAutoNum type="arabicPeriod"/>
            </a:pPr>
            <a:r>
              <a:rPr lang="en-US" sz="1300"/>
              <a:t>Machine Learning-Based Estimators utilize graphical knowledge and features (Neural Networks common)</a:t>
            </a:r>
          </a:p>
          <a:p>
            <a:pPr marL="342900" indent="-342900">
              <a:lnSpc>
                <a:spcPct val="130000"/>
              </a:lnSpc>
              <a:buAutoNum type="arabicPeriod"/>
            </a:pPr>
            <a:r>
              <a:rPr lang="en-US" sz="1300"/>
              <a:t>Minimum Spanning Tree provides tight bounds on the TSP and additional features</a:t>
            </a:r>
          </a:p>
        </p:txBody>
      </p:sp>
      <p:sp>
        <p:nvSpPr>
          <p:cNvPr id="2073" name="Rectangle 2072">
            <a:extLst>
              <a:ext uri="{FF2B5EF4-FFF2-40B4-BE49-F238E27FC236}">
                <a16:creationId xmlns:a16="http://schemas.microsoft.com/office/drawing/2014/main" id="{EA6FE760-E70F-4EB9-BCB1-D7795F04B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39893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diagram of a constellation&#10;&#10;AI-generated content may be incorrect.">
            <a:hlinkClick r:id="rId4"/>
            <a:extLst>
              <a:ext uri="{FF2B5EF4-FFF2-40B4-BE49-F238E27FC236}">
                <a16:creationId xmlns:a16="http://schemas.microsoft.com/office/drawing/2014/main" id="{39F956A1-2C88-14E4-0136-9938F0B61E56}"/>
              </a:ext>
            </a:extLst>
          </p:cNvPr>
          <p:cNvPicPr>
            <a:picLocks noChangeAspect="1"/>
          </p:cNvPicPr>
          <p:nvPr/>
        </p:nvPicPr>
        <p:blipFill>
          <a:blip r:embed="rId5"/>
          <a:stretch>
            <a:fillRect/>
          </a:stretch>
        </p:blipFill>
        <p:spPr>
          <a:xfrm>
            <a:off x="7739318" y="3854194"/>
            <a:ext cx="3573299" cy="2519176"/>
          </a:xfrm>
          <a:prstGeom prst="rect">
            <a:avLst/>
          </a:prstGeom>
        </p:spPr>
      </p:pic>
      <p:sp>
        <p:nvSpPr>
          <p:cNvPr id="7" name="TextBox 6">
            <a:extLst>
              <a:ext uri="{FF2B5EF4-FFF2-40B4-BE49-F238E27FC236}">
                <a16:creationId xmlns:a16="http://schemas.microsoft.com/office/drawing/2014/main" id="{4D9DC785-4066-56B5-A107-6B609BB80B61}"/>
              </a:ext>
            </a:extLst>
          </p:cNvPr>
          <p:cNvSpPr txBox="1"/>
          <p:nvPr/>
        </p:nvSpPr>
        <p:spPr>
          <a:xfrm>
            <a:off x="8022519" y="115298"/>
            <a:ext cx="3006896" cy="369332"/>
          </a:xfrm>
          <a:prstGeom prst="rect">
            <a:avLst/>
          </a:prstGeom>
          <a:solidFill>
            <a:schemeClr val="bg1">
              <a:lumMod val="75000"/>
            </a:schemeClr>
          </a:solidFill>
        </p:spPr>
        <p:txBody>
          <a:bodyPr wrap="square" rtlCol="0">
            <a:spAutoFit/>
          </a:bodyPr>
          <a:lstStyle/>
          <a:p>
            <a:pPr algn="ctr"/>
            <a:r>
              <a:rPr lang="en-US"/>
              <a:t>Simple Tour</a:t>
            </a:r>
          </a:p>
        </p:txBody>
      </p:sp>
    </p:spTree>
    <p:extLst>
      <p:ext uri="{BB962C8B-B14F-4D97-AF65-F5344CB8AC3E}">
        <p14:creationId xmlns:p14="http://schemas.microsoft.com/office/powerpoint/2010/main" val="15522578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F8664-1D11-E848-61F2-8E9E2FEBF2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01AAC1-557E-5F37-737E-1F053CCDE2CA}"/>
              </a:ext>
            </a:extLst>
          </p:cNvPr>
          <p:cNvSpPr>
            <a:spLocks noGrp="1"/>
          </p:cNvSpPr>
          <p:nvPr>
            <p:ph type="ctrTitle"/>
          </p:nvPr>
        </p:nvSpPr>
        <p:spPr>
          <a:xfrm>
            <a:off x="1386629" y="825687"/>
            <a:ext cx="9643772" cy="3164422"/>
          </a:xfrm>
        </p:spPr>
        <p:txBody>
          <a:bodyPr/>
          <a:lstStyle/>
          <a:p>
            <a:r>
              <a:rPr lang="en-US" sz="3200"/>
              <a:t>Creating/Selecting Tour Length Estimators</a:t>
            </a:r>
          </a:p>
        </p:txBody>
      </p:sp>
      <p:sp>
        <p:nvSpPr>
          <p:cNvPr id="3" name="Text Placeholder 5">
            <a:extLst>
              <a:ext uri="{FF2B5EF4-FFF2-40B4-BE49-F238E27FC236}">
                <a16:creationId xmlns:a16="http://schemas.microsoft.com/office/drawing/2014/main" id="{506EDF2D-1778-F09D-D154-1D64CA2DE32D}"/>
              </a:ext>
            </a:extLst>
          </p:cNvPr>
          <p:cNvSpPr txBox="1">
            <a:spLocks/>
          </p:cNvSpPr>
          <p:nvPr/>
        </p:nvSpPr>
        <p:spPr>
          <a:xfrm>
            <a:off x="1386177" y="3649028"/>
            <a:ext cx="9380431" cy="2164715"/>
          </a:xfrm>
          <a:prstGeom prst="rect">
            <a:avLst/>
          </a:prstGeom>
        </p:spPr>
        <p:txBody>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457200" indent="-457200">
              <a:buFont typeface="Corbel" panose="020B0503020204020204" pitchFamily="34" charset="0"/>
              <a:buAutoNum type="arabicPeriod"/>
            </a:pPr>
            <a:r>
              <a:rPr lang="en-US">
                <a:solidFill>
                  <a:schemeClr val="bg1"/>
                </a:solidFill>
              </a:rPr>
              <a:t>Estimators Available in Literature</a:t>
            </a:r>
          </a:p>
          <a:p>
            <a:pPr marL="457200" indent="-457200">
              <a:buFont typeface="Corbel" panose="020B0503020204020204" pitchFamily="34" charset="0"/>
              <a:buAutoNum type="arabicPeriod"/>
            </a:pPr>
            <a:r>
              <a:rPr lang="en-US">
                <a:solidFill>
                  <a:schemeClr val="bg1"/>
                </a:solidFill>
              </a:rPr>
              <a:t>GART – Geometrically Assisted Regression Tree</a:t>
            </a:r>
          </a:p>
          <a:p>
            <a:pPr marL="457200" indent="-457200">
              <a:buFont typeface="Corbel" panose="020B0503020204020204" pitchFamily="34" charset="0"/>
              <a:buAutoNum type="arabicPeriod"/>
            </a:pPr>
            <a:r>
              <a:rPr lang="en-US">
                <a:solidFill>
                  <a:schemeClr val="bg1"/>
                </a:solidFill>
              </a:rPr>
              <a:t>Estimator Comparison</a:t>
            </a:r>
          </a:p>
        </p:txBody>
      </p:sp>
    </p:spTree>
    <p:extLst>
      <p:ext uri="{BB962C8B-B14F-4D97-AF65-F5344CB8AC3E}">
        <p14:creationId xmlns:p14="http://schemas.microsoft.com/office/powerpoint/2010/main" val="587251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553DE83-65A1-72A7-A1DC-60DFC77DDB52}"/>
              </a:ext>
            </a:extLst>
          </p:cNvPr>
          <p:cNvSpPr>
            <a:spLocks noGrp="1"/>
          </p:cNvSpPr>
          <p:nvPr>
            <p:ph type="body" idx="1"/>
          </p:nvPr>
        </p:nvSpPr>
        <p:spPr/>
        <p:txBody>
          <a:bodyPr>
            <a:normAutofit fontScale="85000" lnSpcReduction="20000"/>
          </a:bodyPr>
          <a:lstStyle/>
          <a:p>
            <a:r>
              <a:rPr lang="en-US" err="1"/>
              <a:t>BeaRdwood</a:t>
            </a:r>
            <a:r>
              <a:rPr lang="en-US"/>
              <a:t>-Halton-Hammersley (BHH)</a:t>
            </a:r>
          </a:p>
        </p:txBody>
      </p:sp>
      <p:sp>
        <p:nvSpPr>
          <p:cNvPr id="3" name="Content Placeholder 2">
            <a:extLst>
              <a:ext uri="{FF2B5EF4-FFF2-40B4-BE49-F238E27FC236}">
                <a16:creationId xmlns:a16="http://schemas.microsoft.com/office/drawing/2014/main" id="{7F435AF3-9E17-22EA-DFCA-D079C6D196DD}"/>
              </a:ext>
            </a:extLst>
          </p:cNvPr>
          <p:cNvSpPr>
            <a:spLocks noGrp="1"/>
          </p:cNvSpPr>
          <p:nvPr>
            <p:ph sz="half" idx="2"/>
          </p:nvPr>
        </p:nvSpPr>
        <p:spPr>
          <a:xfrm>
            <a:off x="5376668" y="1838739"/>
            <a:ext cx="6166422" cy="1339589"/>
          </a:xfrm>
        </p:spPr>
        <p:txBody>
          <a:bodyPr>
            <a:normAutofit fontScale="55000" lnSpcReduction="20000"/>
          </a:bodyPr>
          <a:lstStyle/>
          <a:p>
            <a:pPr marL="285750" indent="-285750">
              <a:buFont typeface="Arial" panose="020B0604020202020204" pitchFamily="34" charset="0"/>
              <a:buChar char="•"/>
            </a:pPr>
            <a:r>
              <a:rPr lang="en-US" sz="2200" b="0"/>
              <a:t>Area of the convex hull and the number of nodes are related to the optimal tour length.</a:t>
            </a:r>
          </a:p>
          <a:p>
            <a:pPr marL="285750" indent="-285750">
              <a:buFont typeface="Arial" panose="020B0604020202020204" pitchFamily="34" charset="0"/>
              <a:buChar char="•"/>
            </a:pPr>
            <a:r>
              <a:rPr lang="en-US" sz="2200" b="0"/>
              <a:t>Constant of b=0.768 drawn from </a:t>
            </a:r>
            <a:r>
              <a:rPr lang="en-US" sz="2200" b="0" err="1"/>
              <a:t>Vinel</a:t>
            </a:r>
            <a:r>
              <a:rPr lang="en-US" sz="2200" b="0"/>
              <a:t> and Silva.</a:t>
            </a:r>
          </a:p>
          <a:p>
            <a:pPr marL="285750" indent="-285750">
              <a:buFont typeface="Arial" panose="020B0604020202020204" pitchFamily="34" charset="0"/>
              <a:buChar char="•"/>
            </a:pPr>
            <a:r>
              <a:rPr lang="en-US" sz="2200" b="0"/>
              <a:t>Properties dependent on underlying distribution</a:t>
            </a:r>
          </a:p>
          <a:p>
            <a:endParaRPr lang="en-US"/>
          </a:p>
        </p:txBody>
      </p:sp>
      <p:sp>
        <p:nvSpPr>
          <p:cNvPr id="4" name="Text Placeholder 3">
            <a:extLst>
              <a:ext uri="{FF2B5EF4-FFF2-40B4-BE49-F238E27FC236}">
                <a16:creationId xmlns:a16="http://schemas.microsoft.com/office/drawing/2014/main" id="{6AAB8379-6203-77CD-879A-28FCF778BF55}"/>
              </a:ext>
            </a:extLst>
          </p:cNvPr>
          <p:cNvSpPr>
            <a:spLocks noGrp="1"/>
          </p:cNvSpPr>
          <p:nvPr>
            <p:ph type="body" sz="quarter" idx="3"/>
          </p:nvPr>
        </p:nvSpPr>
        <p:spPr>
          <a:xfrm>
            <a:off x="5376668" y="3623098"/>
            <a:ext cx="6421080" cy="457200"/>
          </a:xfrm>
        </p:spPr>
        <p:txBody>
          <a:bodyPr>
            <a:normAutofit fontScale="77500" lnSpcReduction="20000"/>
          </a:bodyPr>
          <a:lstStyle/>
          <a:p>
            <a:r>
              <a:rPr lang="en-US"/>
              <a:t>Cavdar and Sokol Distribution-Free Estimator</a:t>
            </a:r>
          </a:p>
        </p:txBody>
      </p:sp>
      <mc:AlternateContent xmlns:mc="http://schemas.openxmlformats.org/markup-compatibility/2006">
        <mc:Choice xmlns:a14="http://schemas.microsoft.com/office/drawing/2010/main" Requires="a14">
          <p:sp>
            <p:nvSpPr>
              <p:cNvPr id="5" name="Content Placeholder 4">
                <a:extLst>
                  <a:ext uri="{FF2B5EF4-FFF2-40B4-BE49-F238E27FC236}">
                    <a16:creationId xmlns:a16="http://schemas.microsoft.com/office/drawing/2014/main" id="{1446103E-948B-2C24-9BA7-D97E351AB490}"/>
                  </a:ext>
                </a:extLst>
              </p:cNvPr>
              <p:cNvSpPr>
                <a:spLocks noGrp="1"/>
              </p:cNvSpPr>
              <p:nvPr>
                <p:ph sz="quarter" idx="4"/>
              </p:nvPr>
            </p:nvSpPr>
            <p:spPr>
              <a:xfrm>
                <a:off x="5376670" y="4745934"/>
                <a:ext cx="6166419" cy="1422979"/>
              </a:xfrm>
            </p:spPr>
            <p:txBody>
              <a:bodyPr>
                <a:normAutofit/>
              </a:bodyPr>
              <a:lstStyle/>
              <a:p>
                <a:pPr marL="285750" indent="-285750">
                  <a:buFont typeface="Arial" panose="020B0604020202020204" pitchFamily="34" charset="0"/>
                  <a:buChar char="•"/>
                </a:pPr>
                <a:r>
                  <a:rPr lang="en-US" sz="1400" b="0"/>
                  <a:t>Benchmarked for n&gt;100, if n&lt;1000 corrective factor is applied. </a:t>
                </a:r>
              </a:p>
              <a:p>
                <a:pPr marL="285750" indent="-285750">
                  <a:buFont typeface="Arial" panose="020B0604020202020204" pitchFamily="34" charset="0"/>
                  <a:buChar char="•"/>
                </a:pPr>
                <a:r>
                  <a:rPr lang="en-US" sz="1400" b="0"/>
                  <a:t>Constants (</a:t>
                </a:r>
                <a14:m>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𝑎</m:t>
                        </m:r>
                      </m:e>
                      <m:sub>
                        <m:r>
                          <a:rPr lang="en-US" sz="1400" b="0" i="1" smtClean="0">
                            <a:latin typeface="Cambria Math" panose="02040503050406030204" pitchFamily="18" charset="0"/>
                          </a:rPr>
                          <m:t>0</m:t>
                        </m:r>
                      </m:sub>
                    </m:sSub>
                    <m:r>
                      <a:rPr lang="en-US" sz="1400" b="0" i="1" smtClean="0">
                        <a:latin typeface="Cambria Math" panose="02040503050406030204" pitchFamily="18" charset="0"/>
                      </a:rPr>
                      <m:t>=</m:t>
                    </m:r>
                  </m:oMath>
                </a14:m>
                <a:r>
                  <a:rPr lang="en-US" sz="1400" b="0"/>
                  <a:t>2.791, </a:t>
                </a:r>
                <a14:m>
                  <m:oMath xmlns:m="http://schemas.openxmlformats.org/officeDocument/2006/math">
                    <m:sSub>
                      <m:sSubPr>
                        <m:ctrlPr>
                          <a:rPr lang="en-US" sz="1400" b="0" i="1">
                            <a:latin typeface="Cambria Math" panose="02040503050406030204" pitchFamily="18" charset="0"/>
                          </a:rPr>
                        </m:ctrlPr>
                      </m:sSubPr>
                      <m:e>
                        <m:r>
                          <a:rPr lang="en-US" sz="1400" b="0" i="1">
                            <a:latin typeface="Cambria Math" panose="02040503050406030204" pitchFamily="18" charset="0"/>
                          </a:rPr>
                          <m:t>𝑎</m:t>
                        </m:r>
                      </m:e>
                      <m:sub>
                        <m:r>
                          <a:rPr lang="en-US" sz="1400" b="0" i="1" smtClean="0">
                            <a:latin typeface="Cambria Math" panose="02040503050406030204" pitchFamily="18" charset="0"/>
                          </a:rPr>
                          <m:t>1</m:t>
                        </m:r>
                      </m:sub>
                    </m:sSub>
                    <m:r>
                      <a:rPr lang="en-US" sz="1400" b="0" i="1" smtClean="0">
                        <a:latin typeface="Cambria Math" panose="02040503050406030204" pitchFamily="18" charset="0"/>
                      </a:rPr>
                      <m:t>=</m:t>
                    </m:r>
                    <m:r>
                      <a:rPr lang="en-US" sz="1400" b="0" i="1">
                        <a:latin typeface="Cambria Math" panose="02040503050406030204" pitchFamily="18" charset="0"/>
                      </a:rPr>
                      <m:t> </m:t>
                    </m:r>
                  </m:oMath>
                </a14:m>
                <a:r>
                  <a:rPr lang="en-US" sz="1400" b="0"/>
                  <a:t>0.2669).</a:t>
                </a:r>
              </a:p>
            </p:txBody>
          </p:sp>
        </mc:Choice>
        <mc:Fallback>
          <p:sp>
            <p:nvSpPr>
              <p:cNvPr id="5" name="Content Placeholder 4">
                <a:extLst>
                  <a:ext uri="{FF2B5EF4-FFF2-40B4-BE49-F238E27FC236}">
                    <a16:creationId xmlns:a16="http://schemas.microsoft.com/office/drawing/2014/main" id="{1446103E-948B-2C24-9BA7-D97E351AB490}"/>
                  </a:ext>
                </a:extLst>
              </p:cNvPr>
              <p:cNvSpPr>
                <a:spLocks noGrp="1" noRot="1" noChangeAspect="1" noMove="1" noResize="1" noEditPoints="1" noAdjustHandles="1" noChangeArrowheads="1" noChangeShapeType="1" noTextEdit="1"/>
              </p:cNvSpPr>
              <p:nvPr>
                <p:ph sz="quarter" idx="4"/>
              </p:nvPr>
            </p:nvSpPr>
            <p:spPr>
              <a:xfrm>
                <a:off x="5376670" y="4745934"/>
                <a:ext cx="6166419" cy="1422979"/>
              </a:xfrm>
              <a:blipFill>
                <a:blip r:embed="rId3"/>
                <a:stretch>
                  <a:fillRect/>
                </a:stretch>
              </a:blipFill>
            </p:spPr>
            <p:txBody>
              <a:bodyPr/>
              <a:lstStyle/>
              <a:p>
                <a:r>
                  <a:rPr lang="en-US">
                    <a:noFill/>
                  </a:rPr>
                  <a:t> </a:t>
                </a:r>
              </a:p>
            </p:txBody>
          </p:sp>
        </mc:Fallback>
      </mc:AlternateContent>
      <p:sp>
        <p:nvSpPr>
          <p:cNvPr id="6" name="Title 5">
            <a:extLst>
              <a:ext uri="{FF2B5EF4-FFF2-40B4-BE49-F238E27FC236}">
                <a16:creationId xmlns:a16="http://schemas.microsoft.com/office/drawing/2014/main" id="{D3865CC6-A164-E8DB-29DB-5A19CD339F06}"/>
              </a:ext>
            </a:extLst>
          </p:cNvPr>
          <p:cNvSpPr>
            <a:spLocks noGrp="1"/>
          </p:cNvSpPr>
          <p:nvPr>
            <p:ph type="title"/>
          </p:nvPr>
        </p:nvSpPr>
        <p:spPr/>
        <p:txBody>
          <a:bodyPr/>
          <a:lstStyle/>
          <a:p>
            <a:r>
              <a:rPr lang="en-US"/>
              <a:t>Regression-Based Estimators</a:t>
            </a:r>
          </a:p>
        </p:txBody>
      </p:sp>
      <p:pic>
        <p:nvPicPr>
          <p:cNvPr id="8" name="Picture 7">
            <a:extLst>
              <a:ext uri="{FF2B5EF4-FFF2-40B4-BE49-F238E27FC236}">
                <a16:creationId xmlns:a16="http://schemas.microsoft.com/office/drawing/2014/main" id="{AAD901B9-FC36-BEBC-F99E-F0F61B1084A9}"/>
              </a:ext>
            </a:extLst>
          </p:cNvPr>
          <p:cNvPicPr>
            <a:picLocks noChangeAspect="1"/>
          </p:cNvPicPr>
          <p:nvPr/>
        </p:nvPicPr>
        <p:blipFill>
          <a:blip r:embed="rId4"/>
          <a:stretch>
            <a:fillRect/>
          </a:stretch>
        </p:blipFill>
        <p:spPr>
          <a:xfrm>
            <a:off x="7664273" y="1202443"/>
            <a:ext cx="1633784" cy="461872"/>
          </a:xfrm>
          <a:prstGeom prst="rect">
            <a:avLst/>
          </a:prstGeom>
        </p:spPr>
      </p:pic>
      <p:pic>
        <p:nvPicPr>
          <p:cNvPr id="10" name="Picture 9">
            <a:extLst>
              <a:ext uri="{FF2B5EF4-FFF2-40B4-BE49-F238E27FC236}">
                <a16:creationId xmlns:a16="http://schemas.microsoft.com/office/drawing/2014/main" id="{843DEB35-B33F-BB65-CD2D-F760A4F073B3}"/>
              </a:ext>
            </a:extLst>
          </p:cNvPr>
          <p:cNvPicPr>
            <a:picLocks noChangeAspect="1"/>
          </p:cNvPicPr>
          <p:nvPr/>
        </p:nvPicPr>
        <p:blipFill>
          <a:blip r:embed="rId5"/>
          <a:stretch>
            <a:fillRect/>
          </a:stretch>
        </p:blipFill>
        <p:spPr>
          <a:xfrm>
            <a:off x="5376667" y="4080298"/>
            <a:ext cx="2857647" cy="577880"/>
          </a:xfrm>
          <a:prstGeom prst="rect">
            <a:avLst/>
          </a:prstGeom>
        </p:spPr>
      </p:pic>
      <p:pic>
        <p:nvPicPr>
          <p:cNvPr id="12" name="Picture 11">
            <a:extLst>
              <a:ext uri="{FF2B5EF4-FFF2-40B4-BE49-F238E27FC236}">
                <a16:creationId xmlns:a16="http://schemas.microsoft.com/office/drawing/2014/main" id="{31A42B34-1543-42F7-7F71-924C8BD5CD0D}"/>
              </a:ext>
            </a:extLst>
          </p:cNvPr>
          <p:cNvPicPr>
            <a:picLocks noChangeAspect="1"/>
          </p:cNvPicPr>
          <p:nvPr/>
        </p:nvPicPr>
        <p:blipFill>
          <a:blip r:embed="rId6"/>
          <a:stretch>
            <a:fillRect/>
          </a:stretch>
        </p:blipFill>
        <p:spPr>
          <a:xfrm>
            <a:off x="8481165" y="4137451"/>
            <a:ext cx="2609984" cy="463574"/>
          </a:xfrm>
          <a:prstGeom prst="rect">
            <a:avLst/>
          </a:prstGeom>
        </p:spPr>
      </p:pic>
    </p:spTree>
    <p:extLst>
      <p:ext uri="{BB962C8B-B14F-4D97-AF65-F5344CB8AC3E}">
        <p14:creationId xmlns:p14="http://schemas.microsoft.com/office/powerpoint/2010/main" val="17369974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0107E-7C20-B592-F759-79EBB58900A7}"/>
              </a:ext>
            </a:extLst>
          </p:cNvPr>
          <p:cNvSpPr>
            <a:spLocks noGrp="1"/>
          </p:cNvSpPr>
          <p:nvPr>
            <p:ph type="title"/>
          </p:nvPr>
        </p:nvSpPr>
        <p:spPr/>
        <p:txBody>
          <a:bodyPr>
            <a:normAutofit/>
          </a:bodyPr>
          <a:lstStyle/>
          <a:p>
            <a:r>
              <a:rPr lang="en-US" sz="2500"/>
              <a:t>Our GART – Geometrically Assisted Regression Tree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1D06F45-F8FD-A173-B4B4-4A8C11C26543}"/>
                  </a:ext>
                </a:extLst>
              </p:cNvPr>
              <p:cNvSpPr>
                <a:spLocks noGrp="1"/>
              </p:cNvSpPr>
              <p:nvPr>
                <p:ph idx="1"/>
              </p:nvPr>
            </p:nvSpPr>
            <p:spPr>
              <a:xfrm>
                <a:off x="5255744" y="5073308"/>
                <a:ext cx="6803734" cy="1658601"/>
              </a:xfrm>
              <a:solidFill>
                <a:srgbClr val="FFCDCD"/>
              </a:solidFill>
            </p:spPr>
            <p:txBody>
              <a:bodyPr>
                <a:normAutofit/>
              </a:bodyPr>
              <a:lstStyle/>
              <a:p>
                <a:r>
                  <a:rPr lang="en-US" sz="1600"/>
                  <a:t>Complexity: </a:t>
                </a:r>
              </a:p>
              <a:p>
                <a:pPr marL="285750" indent="-285750">
                  <a:buFont typeface="Arial" panose="020B0604020202020204" pitchFamily="34" charset="0"/>
                  <a:buChar char="•"/>
                </a:pPr>
                <a:r>
                  <a:rPr lang="en-US" sz="1600" b="0"/>
                  <a:t>2000 trees limited to 286 leaves, depth </a:t>
                </a:r>
                <a14:m>
                  <m:oMath xmlns:m="http://schemas.openxmlformats.org/officeDocument/2006/math">
                    <m:r>
                      <a:rPr lang="en-US" sz="1600" b="0" i="1" smtClean="0">
                        <a:latin typeface="Cambria Math" panose="02040503050406030204" pitchFamily="18" charset="0"/>
                        <a:ea typeface="Cambria Math" panose="02040503050406030204" pitchFamily="18" charset="0"/>
                      </a:rPr>
                      <m:t>≈8</m:t>
                    </m:r>
                  </m:oMath>
                </a14:m>
                <a:endParaRPr lang="en-US" sz="1600" b="0">
                  <a:ea typeface="Cambria Math" panose="02040503050406030204" pitchFamily="18" charset="0"/>
                </a:endParaRPr>
              </a:p>
              <a:p>
                <a:pPr marL="285750" indent="-285750">
                  <a:buFont typeface="Arial" panose="020B0604020202020204" pitchFamily="34" charset="0"/>
                  <a:buChar char="•"/>
                </a:pPr>
                <a:r>
                  <a:rPr lang="en-US" sz="1600" b="0"/>
                  <a:t>Prediction complexity</a:t>
                </a:r>
                <a:r>
                  <a:rPr lang="en-US" sz="1600" b="0">
                    <a:ea typeface="Cambria Math" panose="02040503050406030204" pitchFamily="18" charset="0"/>
                  </a:rPr>
                  <a:t> </a:t>
                </a:r>
                <a14:m>
                  <m:oMath xmlns:m="http://schemas.openxmlformats.org/officeDocument/2006/math">
                    <m:r>
                      <m:rPr>
                        <m:sty m:val="p"/>
                      </m:rPr>
                      <a:rPr lang="en-US" sz="1600" b="0" i="0" smtClean="0">
                        <a:latin typeface="Cambria Math" panose="02040503050406030204" pitchFamily="18" charset="0"/>
                        <a:ea typeface="Cambria Math" panose="02040503050406030204" pitchFamily="18" charset="0"/>
                      </a:rPr>
                      <m:t>O</m:t>
                    </m:r>
                    <m:r>
                      <a:rPr lang="en-US" sz="1600" b="0" i="0" smtClean="0">
                        <a:latin typeface="Cambria Math" panose="02040503050406030204" pitchFamily="18" charset="0"/>
                        <a:ea typeface="Cambria Math" panose="02040503050406030204" pitchFamily="18" charset="0"/>
                      </a:rPr>
                      <m:t>(</m:t>
                    </m:r>
                    <m:r>
                      <m:rPr>
                        <m:sty m:val="p"/>
                      </m:rPr>
                      <a:rPr lang="en-US" sz="1600" b="0" i="0" smtClean="0">
                        <a:latin typeface="Cambria Math" panose="02040503050406030204" pitchFamily="18" charset="0"/>
                        <a:ea typeface="Cambria Math" panose="02040503050406030204" pitchFamily="18" charset="0"/>
                      </a:rPr>
                      <m:t>Tre</m:t>
                    </m:r>
                    <m:r>
                      <a:rPr lang="en-US" sz="1600" b="0" i="1" smtClean="0">
                        <a:latin typeface="Cambria Math" panose="02040503050406030204" pitchFamily="18" charset="0"/>
                        <a:ea typeface="Cambria Math" panose="02040503050406030204" pitchFamily="18" charset="0"/>
                      </a:rPr>
                      <m:t>𝑒𝑠</m:t>
                    </m:r>
                    <m:r>
                      <a:rPr lang="en-US" sz="1600" b="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𝐷𝑒𝑝𝑡h</m:t>
                    </m:r>
                    <m:r>
                      <a:rPr lang="en-US" sz="1600" b="0" i="1" smtClean="0">
                        <a:latin typeface="Cambria Math" panose="02040503050406030204" pitchFamily="18" charset="0"/>
                        <a:ea typeface="Cambria Math" panose="02040503050406030204" pitchFamily="18" charset="0"/>
                      </a:rPr>
                      <m:t>)</m:t>
                    </m:r>
                  </m:oMath>
                </a14:m>
                <a:endParaRPr lang="en-US" sz="1600" b="0"/>
              </a:p>
            </p:txBody>
          </p:sp>
        </mc:Choice>
        <mc:Fallback>
          <p:sp>
            <p:nvSpPr>
              <p:cNvPr id="3" name="Content Placeholder 2">
                <a:extLst>
                  <a:ext uri="{FF2B5EF4-FFF2-40B4-BE49-F238E27FC236}">
                    <a16:creationId xmlns:a16="http://schemas.microsoft.com/office/drawing/2014/main" id="{71D06F45-F8FD-A173-B4B4-4A8C11C26543}"/>
                  </a:ext>
                </a:extLst>
              </p:cNvPr>
              <p:cNvSpPr>
                <a:spLocks noGrp="1" noRot="1" noChangeAspect="1" noMove="1" noResize="1" noEditPoints="1" noAdjustHandles="1" noChangeArrowheads="1" noChangeShapeType="1" noTextEdit="1"/>
              </p:cNvSpPr>
              <p:nvPr>
                <p:ph idx="1"/>
              </p:nvPr>
            </p:nvSpPr>
            <p:spPr>
              <a:xfrm>
                <a:off x="5255744" y="5073308"/>
                <a:ext cx="6803734" cy="1658601"/>
              </a:xfrm>
              <a:blipFill>
                <a:blip r:embed="rId3"/>
                <a:stretch>
                  <a:fillRect l="-17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Content Placeholder 2">
                <a:extLst>
                  <a:ext uri="{FF2B5EF4-FFF2-40B4-BE49-F238E27FC236}">
                    <a16:creationId xmlns:a16="http://schemas.microsoft.com/office/drawing/2014/main" id="{D81D136D-12A1-9033-C130-6CC68FC268EB}"/>
                  </a:ext>
                </a:extLst>
              </p:cNvPr>
              <p:cNvSpPr txBox="1">
                <a:spLocks/>
              </p:cNvSpPr>
              <p:nvPr/>
            </p:nvSpPr>
            <p:spPr>
              <a:xfrm>
                <a:off x="5255744" y="1"/>
                <a:ext cx="6803734" cy="955390"/>
              </a:xfrm>
              <a:prstGeom prst="rect">
                <a:avLst/>
              </a:prstGeom>
              <a:solidFill>
                <a:schemeClr val="bg2"/>
              </a:solidFill>
            </p:spPr>
            <p:txBody>
              <a:bodyPr vert="horz" lIns="109728" tIns="109728" rIns="109728" bIns="91440" rtlCol="0" anchor="ctr">
                <a:normAutofit/>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r>
                  <a:rPr lang="en-US" sz="1600"/>
                  <a:t>Intution: </a:t>
                </a:r>
              </a:p>
              <a:p>
                <a:pPr/>
                <a14:m>
                  <m:oMathPara xmlns:m="http://schemas.openxmlformats.org/officeDocument/2006/math">
                    <m:oMathParaPr>
                      <m:jc m:val="centerGroup"/>
                    </m:oMathParaPr>
                    <m:oMath xmlns:m="http://schemas.openxmlformats.org/officeDocument/2006/math">
                      <m:r>
                        <a:rPr lang="en-US" sz="1600" b="1" i="1" smtClean="0">
                          <a:latin typeface="Cambria Math" panose="02040503050406030204" pitchFamily="18" charset="0"/>
                          <a:ea typeface="Cambria Math" panose="02040503050406030204" pitchFamily="18" charset="0"/>
                        </a:rPr>
                        <m:t>𝑻</m:t>
                      </m:r>
                      <m:d>
                        <m:dPr>
                          <m:ctrlPr>
                            <a:rPr lang="en-US" sz="1600" b="1" i="1" smtClean="0">
                              <a:latin typeface="Cambria Math" panose="02040503050406030204" pitchFamily="18" charset="0"/>
                              <a:ea typeface="Cambria Math" panose="02040503050406030204" pitchFamily="18" charset="0"/>
                            </a:rPr>
                          </m:ctrlPr>
                        </m:dPr>
                        <m:e>
                          <m:r>
                            <a:rPr lang="en-US" sz="1600" b="1" i="1" smtClean="0">
                              <a:latin typeface="Cambria Math" panose="02040503050406030204" pitchFamily="18" charset="0"/>
                              <a:ea typeface="Cambria Math" panose="02040503050406030204" pitchFamily="18" charset="0"/>
                            </a:rPr>
                            <m:t>𝑷</m:t>
                          </m:r>
                        </m:e>
                      </m:d>
                      <m:r>
                        <a:rPr lang="en-US" sz="1600" i="1" smtClean="0">
                          <a:latin typeface="Cambria Math" panose="02040503050406030204" pitchFamily="18" charset="0"/>
                          <a:ea typeface="Cambria Math" panose="02040503050406030204" pitchFamily="18" charset="0"/>
                        </a:rPr>
                        <m:t>≈</m:t>
                      </m:r>
                      <m:sSub>
                        <m:sSubPr>
                          <m:ctrlPr>
                            <a:rPr lang="en-US" sz="1600" b="1" i="1" smtClean="0">
                              <a:latin typeface="Cambria Math" panose="02040503050406030204" pitchFamily="18" charset="0"/>
                              <a:ea typeface="Cambria Math" panose="02040503050406030204" pitchFamily="18" charset="0"/>
                            </a:rPr>
                          </m:ctrlPr>
                        </m:sSubPr>
                        <m:e>
                          <m:r>
                            <a:rPr lang="en-US" sz="1600" b="1" i="1" smtClean="0">
                              <a:latin typeface="Cambria Math" panose="02040503050406030204" pitchFamily="18" charset="0"/>
                              <a:ea typeface="Cambria Math" panose="02040503050406030204" pitchFamily="18" charset="0"/>
                            </a:rPr>
                            <m:t>𝒂</m:t>
                          </m:r>
                        </m:e>
                        <m:sub>
                          <m:r>
                            <a:rPr lang="en-US" sz="1600" b="1" i="1" smtClean="0">
                              <a:latin typeface="Cambria Math" panose="02040503050406030204" pitchFamily="18" charset="0"/>
                              <a:ea typeface="Cambria Math" panose="02040503050406030204" pitchFamily="18" charset="0"/>
                            </a:rPr>
                            <m:t>𝒑</m:t>
                          </m:r>
                        </m:sub>
                      </m:sSub>
                      <m:r>
                        <a:rPr lang="en-US" sz="1600" i="1">
                          <a:latin typeface="Cambria Math" panose="02040503050406030204" pitchFamily="18" charset="0"/>
                          <a:ea typeface="Cambria Math" panose="02040503050406030204" pitchFamily="18" charset="0"/>
                        </a:rPr>
                        <m:t>∙</m:t>
                      </m:r>
                      <m:r>
                        <a:rPr lang="en-US" sz="1600" b="1" i="1" smtClean="0">
                          <a:latin typeface="Cambria Math" panose="02040503050406030204" pitchFamily="18" charset="0"/>
                          <a:ea typeface="Cambria Math" panose="02040503050406030204" pitchFamily="18" charset="0"/>
                        </a:rPr>
                        <m:t>𝑴𝑺</m:t>
                      </m:r>
                      <m:sSub>
                        <m:sSubPr>
                          <m:ctrlPr>
                            <a:rPr lang="en-US" sz="1600" b="1" i="1" smtClean="0">
                              <a:latin typeface="Cambria Math" panose="02040503050406030204" pitchFamily="18" charset="0"/>
                              <a:ea typeface="Cambria Math" panose="02040503050406030204" pitchFamily="18" charset="0"/>
                            </a:rPr>
                          </m:ctrlPr>
                        </m:sSubPr>
                        <m:e>
                          <m:r>
                            <a:rPr lang="en-US" sz="1600" b="1" i="1" smtClean="0">
                              <a:latin typeface="Cambria Math" panose="02040503050406030204" pitchFamily="18" charset="0"/>
                              <a:ea typeface="Cambria Math" panose="02040503050406030204" pitchFamily="18" charset="0"/>
                            </a:rPr>
                            <m:t>𝑻</m:t>
                          </m:r>
                        </m:e>
                        <m:sub>
                          <m:r>
                            <a:rPr lang="en-US" sz="1600" b="1" i="1" smtClean="0">
                              <a:latin typeface="Cambria Math" panose="02040503050406030204" pitchFamily="18" charset="0"/>
                              <a:ea typeface="Cambria Math" panose="02040503050406030204" pitchFamily="18" charset="0"/>
                            </a:rPr>
                            <m:t>𝒑</m:t>
                          </m:r>
                        </m:sub>
                      </m:sSub>
                    </m:oMath>
                  </m:oMathPara>
                </a14:m>
                <a:endParaRPr lang="en-US" sz="1600"/>
              </a:p>
            </p:txBody>
          </p:sp>
        </mc:Choice>
        <mc:Fallback>
          <p:sp>
            <p:nvSpPr>
              <p:cNvPr id="6" name="Content Placeholder 2">
                <a:extLst>
                  <a:ext uri="{FF2B5EF4-FFF2-40B4-BE49-F238E27FC236}">
                    <a16:creationId xmlns:a16="http://schemas.microsoft.com/office/drawing/2014/main" id="{D81D136D-12A1-9033-C130-6CC68FC268EB}"/>
                  </a:ext>
                </a:extLst>
              </p:cNvPr>
              <p:cNvSpPr txBox="1">
                <a:spLocks noRot="1" noChangeAspect="1" noMove="1" noResize="1" noEditPoints="1" noAdjustHandles="1" noChangeArrowheads="1" noChangeShapeType="1" noTextEdit="1"/>
              </p:cNvSpPr>
              <p:nvPr/>
            </p:nvSpPr>
            <p:spPr>
              <a:xfrm>
                <a:off x="5255744" y="1"/>
                <a:ext cx="6803734" cy="955390"/>
              </a:xfrm>
              <a:prstGeom prst="rect">
                <a:avLst/>
              </a:prstGeom>
              <a:blipFill>
                <a:blip r:embed="rId4"/>
                <a:stretch>
                  <a:fillRect l="-179"/>
                </a:stretch>
              </a:blipFill>
            </p:spPr>
            <p:txBody>
              <a:bodyPr/>
              <a:lstStyle/>
              <a:p>
                <a:r>
                  <a:rPr lang="en-US">
                    <a:noFill/>
                  </a:rPr>
                  <a:t> </a:t>
                </a:r>
              </a:p>
            </p:txBody>
          </p:sp>
        </mc:Fallback>
      </mc:AlternateContent>
      <p:sp>
        <p:nvSpPr>
          <p:cNvPr id="10" name="Content Placeholder 2">
            <a:extLst>
              <a:ext uri="{FF2B5EF4-FFF2-40B4-BE49-F238E27FC236}">
                <a16:creationId xmlns:a16="http://schemas.microsoft.com/office/drawing/2014/main" id="{455D11FD-DEF5-65E0-72D9-0380EEE356E6}"/>
              </a:ext>
            </a:extLst>
          </p:cNvPr>
          <p:cNvSpPr txBox="1">
            <a:spLocks/>
          </p:cNvSpPr>
          <p:nvPr/>
        </p:nvSpPr>
        <p:spPr>
          <a:xfrm>
            <a:off x="5255744" y="1202635"/>
            <a:ext cx="3321726" cy="3429000"/>
          </a:xfrm>
          <a:prstGeom prst="rect">
            <a:avLst/>
          </a:prstGeom>
          <a:solidFill>
            <a:srgbClr val="D8DFCF"/>
          </a:solidFill>
        </p:spPr>
        <p:txBody>
          <a:bodyPr vert="horz" lIns="109728" tIns="109728" rIns="109728" bIns="91440" rtlCol="0" anchor="ctr">
            <a:noAutofit/>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r>
              <a:rPr lang="en-US" sz="1600"/>
              <a:t>Features: </a:t>
            </a:r>
          </a:p>
          <a:p>
            <a:pPr marL="285750" indent="-285750">
              <a:buFont typeface="Arial" panose="020B0604020202020204" pitchFamily="34" charset="0"/>
              <a:buChar char="•"/>
            </a:pPr>
            <a:r>
              <a:rPr lang="en-US" sz="1600" b="0"/>
              <a:t>Convex Hull Features </a:t>
            </a:r>
          </a:p>
          <a:p>
            <a:pPr marL="285750" indent="-285750">
              <a:buFont typeface="Arial" panose="020B0604020202020204" pitchFamily="34" charset="0"/>
              <a:buChar char="•"/>
            </a:pPr>
            <a:r>
              <a:rPr lang="en-US" sz="1600" b="0"/>
              <a:t>Nearest-Neighbor Statistics</a:t>
            </a:r>
          </a:p>
          <a:p>
            <a:pPr marL="285750" indent="-285750">
              <a:buFont typeface="Arial" panose="020B0604020202020204" pitchFamily="34" charset="0"/>
              <a:buChar char="•"/>
            </a:pPr>
            <a:r>
              <a:rPr lang="en-US" sz="1600" b="0"/>
              <a:t>PCA-based Anisotropy</a:t>
            </a:r>
          </a:p>
          <a:p>
            <a:pPr marL="285750" indent="-285750">
              <a:buFont typeface="Arial" panose="020B0604020202020204" pitchFamily="34" charset="0"/>
              <a:buChar char="•"/>
            </a:pPr>
            <a:r>
              <a:rPr lang="en-US" sz="1600" b="0"/>
              <a:t>MST Topology</a:t>
            </a:r>
          </a:p>
          <a:p>
            <a:pPr marL="285750" indent="-285750">
              <a:buFont typeface="Arial" panose="020B0604020202020204" pitchFamily="34" charset="0"/>
              <a:buChar char="•"/>
            </a:pPr>
            <a:r>
              <a:rPr lang="en-US" sz="1600" b="0"/>
              <a:t>Coordinate and Depot Dispersion</a:t>
            </a:r>
          </a:p>
        </p:txBody>
      </p:sp>
      <p:sp>
        <p:nvSpPr>
          <p:cNvPr id="11" name="Content Placeholder 2">
            <a:extLst>
              <a:ext uri="{FF2B5EF4-FFF2-40B4-BE49-F238E27FC236}">
                <a16:creationId xmlns:a16="http://schemas.microsoft.com/office/drawing/2014/main" id="{3BDA194C-50E2-7EA9-F386-14420D2729F3}"/>
              </a:ext>
            </a:extLst>
          </p:cNvPr>
          <p:cNvSpPr txBox="1">
            <a:spLocks/>
          </p:cNvSpPr>
          <p:nvPr/>
        </p:nvSpPr>
        <p:spPr>
          <a:xfrm>
            <a:off x="8737752" y="1197666"/>
            <a:ext cx="3321726" cy="3433969"/>
          </a:xfrm>
          <a:prstGeom prst="rect">
            <a:avLst/>
          </a:prstGeom>
          <a:solidFill>
            <a:srgbClr val="E5F8FF"/>
          </a:solidFill>
        </p:spPr>
        <p:txBody>
          <a:bodyPr vert="horz" lIns="109728" tIns="109728" rIns="109728" bIns="91440" rtlCol="0" anchor="ctr">
            <a:noAutofit/>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r>
              <a:rPr lang="en-US" sz="1600"/>
              <a:t>Training: </a:t>
            </a:r>
          </a:p>
          <a:p>
            <a:pPr marL="285750" indent="-285750">
              <a:buFont typeface="Arial" panose="020B0604020202020204" pitchFamily="34" charset="0"/>
              <a:buChar char="•"/>
            </a:pPr>
            <a:r>
              <a:rPr lang="en-US" sz="1600" b="0"/>
              <a:t>600,000 random tours n&lt;101</a:t>
            </a:r>
          </a:p>
          <a:p>
            <a:pPr marL="285750" indent="-285750">
              <a:buFont typeface="Arial" panose="020B0604020202020204" pitchFamily="34" charset="0"/>
              <a:buChar char="•"/>
            </a:pPr>
            <a:r>
              <a:rPr lang="en-US" sz="1600" b="0"/>
              <a:t>LKH-3 for baseline</a:t>
            </a:r>
          </a:p>
          <a:p>
            <a:pPr marL="285750" indent="-285750">
              <a:buFont typeface="Arial" panose="020B0604020202020204" pitchFamily="34" charset="0"/>
              <a:buChar char="•"/>
            </a:pPr>
            <a:r>
              <a:rPr lang="en-US" sz="1600" b="0"/>
              <a:t>70-15-15 dataset split</a:t>
            </a:r>
          </a:p>
          <a:p>
            <a:pPr marL="285750" indent="-285750">
              <a:buFont typeface="Arial" panose="020B0604020202020204" pitchFamily="34" charset="0"/>
              <a:buChar char="•"/>
            </a:pPr>
            <a:r>
              <a:rPr lang="en-US" sz="1600" b="0" err="1"/>
              <a:t>LightGBM</a:t>
            </a:r>
            <a:r>
              <a:rPr lang="en-US" sz="1600" b="0"/>
              <a:t> Model</a:t>
            </a:r>
          </a:p>
          <a:p>
            <a:pPr marL="285750" indent="-285750">
              <a:buFont typeface="Arial" panose="020B0604020202020204" pitchFamily="34" charset="0"/>
              <a:buChar char="•"/>
            </a:pPr>
            <a:r>
              <a:rPr lang="en-US" sz="1600" b="0"/>
              <a:t>Hyperparameter tuning using </a:t>
            </a:r>
            <a:r>
              <a:rPr lang="en-US" sz="1600" b="0" err="1"/>
              <a:t>Optuna</a:t>
            </a:r>
            <a:r>
              <a:rPr lang="en-US" sz="1600" b="0"/>
              <a:t> </a:t>
            </a:r>
          </a:p>
        </p:txBody>
      </p:sp>
      <p:cxnSp>
        <p:nvCxnSpPr>
          <p:cNvPr id="13" name="Connector: Elbow 12">
            <a:extLst>
              <a:ext uri="{FF2B5EF4-FFF2-40B4-BE49-F238E27FC236}">
                <a16:creationId xmlns:a16="http://schemas.microsoft.com/office/drawing/2014/main" id="{7BC65BBC-727A-7CDC-B669-0D1959343682}"/>
              </a:ext>
            </a:extLst>
          </p:cNvPr>
          <p:cNvCxnSpPr>
            <a:cxnSpLocks/>
            <a:stCxn id="6" idx="2"/>
            <a:endCxn id="10" idx="0"/>
          </p:cNvCxnSpPr>
          <p:nvPr/>
        </p:nvCxnSpPr>
        <p:spPr>
          <a:xfrm rot="5400000">
            <a:off x="7663487" y="208511"/>
            <a:ext cx="247244" cy="174100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902E2969-91D5-B047-D463-F43D4659ED61}"/>
              </a:ext>
            </a:extLst>
          </p:cNvPr>
          <p:cNvCxnSpPr>
            <a:cxnSpLocks/>
            <a:stCxn id="6" idx="2"/>
            <a:endCxn id="11" idx="0"/>
          </p:cNvCxnSpPr>
          <p:nvPr/>
        </p:nvCxnSpPr>
        <p:spPr>
          <a:xfrm rot="16200000" flipH="1">
            <a:off x="9406976" y="206026"/>
            <a:ext cx="242275" cy="1741004"/>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6941711C-8F0D-5D83-42F9-638F29C5543C}"/>
              </a:ext>
            </a:extLst>
          </p:cNvPr>
          <p:cNvCxnSpPr>
            <a:stCxn id="11" idx="2"/>
            <a:endCxn id="3" idx="0"/>
          </p:cNvCxnSpPr>
          <p:nvPr/>
        </p:nvCxnSpPr>
        <p:spPr>
          <a:xfrm rot="5400000">
            <a:off x="9307277" y="3981969"/>
            <a:ext cx="441673" cy="174100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4BB63D57-C5C8-4A14-C854-6B2139E8A9A6}"/>
              </a:ext>
            </a:extLst>
          </p:cNvPr>
          <p:cNvCxnSpPr>
            <a:stCxn id="10" idx="2"/>
            <a:endCxn id="3" idx="0"/>
          </p:cNvCxnSpPr>
          <p:nvPr/>
        </p:nvCxnSpPr>
        <p:spPr>
          <a:xfrm rot="16200000" flipH="1">
            <a:off x="7566273" y="3981969"/>
            <a:ext cx="441673" cy="174100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11016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7CF1987-A0CB-63F2-1714-BEEB434C8CF1}"/>
              </a:ext>
            </a:extLst>
          </p:cNvPr>
          <p:cNvSpPr>
            <a:spLocks noGrp="1"/>
          </p:cNvSpPr>
          <p:nvPr>
            <p:ph type="body" idx="1"/>
          </p:nvPr>
        </p:nvSpPr>
        <p:spPr/>
        <p:txBody>
          <a:bodyPr>
            <a:normAutofit fontScale="62500" lnSpcReduction="20000"/>
          </a:bodyPr>
          <a:lstStyle/>
          <a:p>
            <a:r>
              <a:rPr lang="en-US"/>
              <a:t>Composite Machine Learning Assisted Estimator (CMLA)</a:t>
            </a:r>
          </a:p>
        </p:txBody>
      </p:sp>
      <p:sp>
        <p:nvSpPr>
          <p:cNvPr id="4" name="Text Placeholder 3">
            <a:extLst>
              <a:ext uri="{FF2B5EF4-FFF2-40B4-BE49-F238E27FC236}">
                <a16:creationId xmlns:a16="http://schemas.microsoft.com/office/drawing/2014/main" id="{1CAB1288-3757-6CBB-36F9-A39299B80F13}"/>
              </a:ext>
            </a:extLst>
          </p:cNvPr>
          <p:cNvSpPr>
            <a:spLocks noGrp="1"/>
          </p:cNvSpPr>
          <p:nvPr>
            <p:ph type="body" sz="quarter" idx="3"/>
          </p:nvPr>
        </p:nvSpPr>
        <p:spPr/>
        <p:txBody>
          <a:bodyPr>
            <a:normAutofit lnSpcReduction="10000"/>
          </a:bodyPr>
          <a:lstStyle/>
          <a:p>
            <a:r>
              <a:rPr lang="en-US"/>
              <a:t>Baseline Composite Estimator (BCE)</a:t>
            </a:r>
          </a:p>
        </p:txBody>
      </p:sp>
      <p:sp>
        <p:nvSpPr>
          <p:cNvPr id="6" name="Title 5">
            <a:extLst>
              <a:ext uri="{FF2B5EF4-FFF2-40B4-BE49-F238E27FC236}">
                <a16:creationId xmlns:a16="http://schemas.microsoft.com/office/drawing/2014/main" id="{210282F9-F34D-56EE-8B79-D8B228D37212}"/>
              </a:ext>
            </a:extLst>
          </p:cNvPr>
          <p:cNvSpPr>
            <a:spLocks noGrp="1"/>
          </p:cNvSpPr>
          <p:nvPr>
            <p:ph type="title"/>
          </p:nvPr>
        </p:nvSpPr>
        <p:spPr/>
        <p:txBody>
          <a:bodyPr/>
          <a:lstStyle/>
          <a:p>
            <a:r>
              <a:rPr lang="en-US"/>
              <a:t>Composite Estimators</a:t>
            </a:r>
          </a:p>
        </p:txBody>
      </p:sp>
      <p:pic>
        <p:nvPicPr>
          <p:cNvPr id="8" name="Picture 7">
            <a:extLst>
              <a:ext uri="{FF2B5EF4-FFF2-40B4-BE49-F238E27FC236}">
                <a16:creationId xmlns:a16="http://schemas.microsoft.com/office/drawing/2014/main" id="{8D287669-64D1-66D7-2D09-53CC2734561C}"/>
              </a:ext>
            </a:extLst>
          </p:cNvPr>
          <p:cNvPicPr>
            <a:picLocks noChangeAspect="1"/>
          </p:cNvPicPr>
          <p:nvPr/>
        </p:nvPicPr>
        <p:blipFill>
          <a:blip r:embed="rId2"/>
          <a:stretch>
            <a:fillRect/>
          </a:stretch>
        </p:blipFill>
        <p:spPr>
          <a:xfrm>
            <a:off x="7032421" y="4150530"/>
            <a:ext cx="2540131" cy="882695"/>
          </a:xfrm>
          <a:prstGeom prst="rect">
            <a:avLst/>
          </a:prstGeom>
        </p:spPr>
      </p:pic>
      <p:pic>
        <p:nvPicPr>
          <p:cNvPr id="10" name="Picture 9">
            <a:extLst>
              <a:ext uri="{FF2B5EF4-FFF2-40B4-BE49-F238E27FC236}">
                <a16:creationId xmlns:a16="http://schemas.microsoft.com/office/drawing/2014/main" id="{669A1B87-1489-AEA7-9010-CD40AC014F10}"/>
              </a:ext>
            </a:extLst>
          </p:cNvPr>
          <p:cNvPicPr>
            <a:picLocks noChangeAspect="1"/>
          </p:cNvPicPr>
          <p:nvPr/>
        </p:nvPicPr>
        <p:blipFill>
          <a:blip r:embed="rId3"/>
          <a:stretch>
            <a:fillRect/>
          </a:stretch>
        </p:blipFill>
        <p:spPr>
          <a:xfrm>
            <a:off x="6441840" y="5305963"/>
            <a:ext cx="3721291" cy="539778"/>
          </a:xfrm>
          <a:prstGeom prst="rect">
            <a:avLst/>
          </a:prstGeom>
        </p:spPr>
      </p:pic>
      <p:pic>
        <p:nvPicPr>
          <p:cNvPr id="12" name="Picture 11">
            <a:extLst>
              <a:ext uri="{FF2B5EF4-FFF2-40B4-BE49-F238E27FC236}">
                <a16:creationId xmlns:a16="http://schemas.microsoft.com/office/drawing/2014/main" id="{5C00E89A-D18D-EC8E-09C8-6BAF5D16D995}"/>
              </a:ext>
            </a:extLst>
          </p:cNvPr>
          <p:cNvPicPr>
            <a:picLocks noChangeAspect="1"/>
          </p:cNvPicPr>
          <p:nvPr/>
        </p:nvPicPr>
        <p:blipFill>
          <a:blip r:embed="rId4"/>
          <a:stretch>
            <a:fillRect/>
          </a:stretch>
        </p:blipFill>
        <p:spPr>
          <a:xfrm>
            <a:off x="6864136" y="1186431"/>
            <a:ext cx="2876698" cy="825542"/>
          </a:xfrm>
          <a:prstGeom prst="rect">
            <a:avLst/>
          </a:prstGeom>
        </p:spPr>
      </p:pic>
      <p:pic>
        <p:nvPicPr>
          <p:cNvPr id="14" name="Picture 13">
            <a:extLst>
              <a:ext uri="{FF2B5EF4-FFF2-40B4-BE49-F238E27FC236}">
                <a16:creationId xmlns:a16="http://schemas.microsoft.com/office/drawing/2014/main" id="{2B04E776-5A66-A830-FEE7-DB3DC70AF102}"/>
              </a:ext>
            </a:extLst>
          </p:cNvPr>
          <p:cNvPicPr>
            <a:picLocks noChangeAspect="1"/>
          </p:cNvPicPr>
          <p:nvPr/>
        </p:nvPicPr>
        <p:blipFill>
          <a:blip r:embed="rId5"/>
          <a:stretch>
            <a:fillRect/>
          </a:stretch>
        </p:blipFill>
        <p:spPr>
          <a:xfrm>
            <a:off x="6441840" y="2082205"/>
            <a:ext cx="3702240" cy="400071"/>
          </a:xfrm>
          <a:prstGeom prst="rect">
            <a:avLst/>
          </a:prstGeom>
        </p:spPr>
      </p:pic>
    </p:spTree>
    <p:extLst>
      <p:ext uri="{BB962C8B-B14F-4D97-AF65-F5344CB8AC3E}">
        <p14:creationId xmlns:p14="http://schemas.microsoft.com/office/powerpoint/2010/main" val="25121071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ED69555-EE48-4B19-812B-4E1068DBF9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57">
            <a:extLst>
              <a:ext uri="{FF2B5EF4-FFF2-40B4-BE49-F238E27FC236}">
                <a16:creationId xmlns:a16="http://schemas.microsoft.com/office/drawing/2014/main" id="{57AEB73D-F521-4B19-820F-12DB6BCC84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txBody>
          <a:bodyPr/>
          <a:lstStyle/>
          <a:p>
            <a:endParaRPr lang="en-US"/>
          </a:p>
        </p:txBody>
      </p:sp>
      <p:sp>
        <p:nvSpPr>
          <p:cNvPr id="17" name="Rectangle 16">
            <a:extLst>
              <a:ext uri="{FF2B5EF4-FFF2-40B4-BE49-F238E27FC236}">
                <a16:creationId xmlns:a16="http://schemas.microsoft.com/office/drawing/2014/main" id="{6B72EEBA-3A5D-41CE-8465-A45A0F6567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Rectangle 18">
            <a:extLst>
              <a:ext uri="{FF2B5EF4-FFF2-40B4-BE49-F238E27FC236}">
                <a16:creationId xmlns:a16="http://schemas.microsoft.com/office/drawing/2014/main" id="{EA164D6B-6878-4B9F-A2D0-985D39B17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413CD7F-736E-4AF7-AB2B-473CAA9E1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8768" y="-2946"/>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5EDA2F5-6B28-478B-9AC4-43FE41E2B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916907"/>
            <a:ext cx="12192000" cy="23740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87CD0A-FE5D-3B26-D4F5-4FEBD649C63D}"/>
              </a:ext>
            </a:extLst>
          </p:cNvPr>
          <p:cNvSpPr>
            <a:spLocks noGrp="1"/>
          </p:cNvSpPr>
          <p:nvPr>
            <p:ph type="title"/>
          </p:nvPr>
        </p:nvSpPr>
        <p:spPr>
          <a:xfrm>
            <a:off x="1635102" y="4153113"/>
            <a:ext cx="9180747" cy="1248431"/>
          </a:xfrm>
        </p:spPr>
        <p:txBody>
          <a:bodyPr vert="horz" lIns="109728" tIns="109728" rIns="109728" bIns="91440" rtlCol="0" anchor="b">
            <a:normAutofit/>
          </a:bodyPr>
          <a:lstStyle/>
          <a:p>
            <a:pPr>
              <a:lnSpc>
                <a:spcPct val="125000"/>
              </a:lnSpc>
            </a:pPr>
            <a:r>
              <a:rPr lang="en-US" sz="5000" b="0" cap="all"/>
              <a:t>Estimator Comparison</a:t>
            </a:r>
          </a:p>
        </p:txBody>
      </p:sp>
      <p:sp>
        <p:nvSpPr>
          <p:cNvPr id="3" name="Content Placeholder 2">
            <a:extLst>
              <a:ext uri="{FF2B5EF4-FFF2-40B4-BE49-F238E27FC236}">
                <a16:creationId xmlns:a16="http://schemas.microsoft.com/office/drawing/2014/main" id="{97F43E42-577B-7438-00C5-3662461428EA}"/>
              </a:ext>
            </a:extLst>
          </p:cNvPr>
          <p:cNvSpPr>
            <a:spLocks noGrp="1"/>
          </p:cNvSpPr>
          <p:nvPr>
            <p:ph sz="quarter" idx="14"/>
          </p:nvPr>
        </p:nvSpPr>
        <p:spPr>
          <a:xfrm>
            <a:off x="1635104" y="5419982"/>
            <a:ext cx="9750170" cy="808643"/>
          </a:xfrm>
        </p:spPr>
        <p:txBody>
          <a:bodyPr vert="horz" lIns="109728" tIns="109728" rIns="109728" bIns="91440" rtlCol="0" anchor="t">
            <a:normAutofit fontScale="92500"/>
          </a:bodyPr>
          <a:lstStyle/>
          <a:p>
            <a:pPr>
              <a:lnSpc>
                <a:spcPct val="140000"/>
              </a:lnSpc>
            </a:pPr>
            <a:r>
              <a:rPr lang="en-US" sz="1100">
                <a:solidFill>
                  <a:schemeClr val="bg1"/>
                </a:solidFill>
              </a:rPr>
              <a:t>1600+ TSP Instances – All estimators compared by percent difference from LKH-3 baseline</a:t>
            </a:r>
          </a:p>
          <a:p>
            <a:pPr>
              <a:lnSpc>
                <a:spcPct val="140000"/>
              </a:lnSpc>
            </a:pPr>
            <a:r>
              <a:rPr lang="en-US" sz="1100">
                <a:solidFill>
                  <a:schemeClr val="bg1"/>
                </a:solidFill>
              </a:rPr>
              <a:t>Independent from GART training data</a:t>
            </a:r>
          </a:p>
        </p:txBody>
      </p:sp>
      <p:sp>
        <p:nvSpPr>
          <p:cNvPr id="25" name="Rectangle 24">
            <a:extLst>
              <a:ext uri="{FF2B5EF4-FFF2-40B4-BE49-F238E27FC236}">
                <a16:creationId xmlns:a16="http://schemas.microsoft.com/office/drawing/2014/main" id="{701D712E-ABB9-4258-877D-9349C8577A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979202"/>
            <a:ext cx="1006766" cy="22494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7528E56-1447-4C98-882B-CE26279501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graph with different colored boxes&#10;&#10;AI-generated content may be incorrect.">
            <a:extLst>
              <a:ext uri="{FF2B5EF4-FFF2-40B4-BE49-F238E27FC236}">
                <a16:creationId xmlns:a16="http://schemas.microsoft.com/office/drawing/2014/main" id="{B40916D0-00B6-83B7-253F-329D6DFA0FD2}"/>
              </a:ext>
            </a:extLst>
          </p:cNvPr>
          <p:cNvPicPr>
            <a:picLocks noChangeAspect="1"/>
          </p:cNvPicPr>
          <p:nvPr/>
        </p:nvPicPr>
        <p:blipFill>
          <a:blip r:embed="rId2"/>
          <a:stretch>
            <a:fillRect/>
          </a:stretch>
        </p:blipFill>
        <p:spPr>
          <a:xfrm>
            <a:off x="1850262" y="484632"/>
            <a:ext cx="4273963" cy="2991773"/>
          </a:xfrm>
          <a:prstGeom prst="rect">
            <a:avLst/>
          </a:prstGeom>
        </p:spPr>
      </p:pic>
      <p:sp>
        <p:nvSpPr>
          <p:cNvPr id="29" name="Rectangle 28">
            <a:extLst>
              <a:ext uri="{FF2B5EF4-FFF2-40B4-BE49-F238E27FC236}">
                <a16:creationId xmlns:a16="http://schemas.microsoft.com/office/drawing/2014/main" id="{A8EAC26D-6BAA-40DB-8C61-90C7CC5EFE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649423" y="1933956"/>
            <a:ext cx="393192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table with numbers and text&#10;&#10;AI-generated content may be incorrect.">
            <a:extLst>
              <a:ext uri="{FF2B5EF4-FFF2-40B4-BE49-F238E27FC236}">
                <a16:creationId xmlns:a16="http://schemas.microsoft.com/office/drawing/2014/main" id="{307F6C24-09C5-DA20-BB4C-368D89AAAA7F}"/>
              </a:ext>
            </a:extLst>
          </p:cNvPr>
          <p:cNvPicPr>
            <a:picLocks noChangeAspect="1"/>
          </p:cNvPicPr>
          <p:nvPr/>
        </p:nvPicPr>
        <p:blipFill>
          <a:blip r:embed="rId3"/>
          <a:stretch>
            <a:fillRect/>
          </a:stretch>
        </p:blipFill>
        <p:spPr>
          <a:xfrm>
            <a:off x="6930872" y="1201536"/>
            <a:ext cx="4776495" cy="1564302"/>
          </a:xfrm>
          <a:prstGeom prst="rect">
            <a:avLst/>
          </a:prstGeom>
        </p:spPr>
      </p:pic>
    </p:spTree>
    <p:extLst>
      <p:ext uri="{BB962C8B-B14F-4D97-AF65-F5344CB8AC3E}">
        <p14:creationId xmlns:p14="http://schemas.microsoft.com/office/powerpoint/2010/main" val="16459894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ED69555-EE48-4B19-812B-4E1068DBF9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57">
            <a:extLst>
              <a:ext uri="{FF2B5EF4-FFF2-40B4-BE49-F238E27FC236}">
                <a16:creationId xmlns:a16="http://schemas.microsoft.com/office/drawing/2014/main" id="{57AEB73D-F521-4B19-820F-12DB6BCC84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txBody>
          <a:bodyPr/>
          <a:lstStyle/>
          <a:p>
            <a:endParaRPr lang="en-US"/>
          </a:p>
        </p:txBody>
      </p:sp>
      <p:sp>
        <p:nvSpPr>
          <p:cNvPr id="18" name="Rectangle 17">
            <a:extLst>
              <a:ext uri="{FF2B5EF4-FFF2-40B4-BE49-F238E27FC236}">
                <a16:creationId xmlns:a16="http://schemas.microsoft.com/office/drawing/2014/main" id="{6B72EEBA-3A5D-41CE-8465-A45A0F6567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9">
            <a:extLst>
              <a:ext uri="{FF2B5EF4-FFF2-40B4-BE49-F238E27FC236}">
                <a16:creationId xmlns:a16="http://schemas.microsoft.com/office/drawing/2014/main" id="{CA22F210-7186-4074-94C5-FAD2C2EB15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2EAB6D7-610A-49F1-925C-910CC492FB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6764" y="0"/>
            <a:ext cx="1118523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7ED93057-B056-4D1D-B0DA-F1619DAAF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825689"/>
            <a:ext cx="6795928" cy="25942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1D83622-5207-E1DC-6FC1-3EBD42750B5A}"/>
              </a:ext>
            </a:extLst>
          </p:cNvPr>
          <p:cNvSpPr txBox="1"/>
          <p:nvPr/>
        </p:nvSpPr>
        <p:spPr>
          <a:xfrm>
            <a:off x="1459391" y="1604603"/>
            <a:ext cx="5789166" cy="738478"/>
          </a:xfrm>
          <a:prstGeom prst="rect">
            <a:avLst/>
          </a:prstGeom>
        </p:spPr>
        <p:txBody>
          <a:bodyPr vert="horz" lIns="109728" tIns="109728" rIns="109728" bIns="91440" rtlCol="0" anchor="b">
            <a:normAutofit fontScale="92500" lnSpcReduction="10000"/>
          </a:bodyPr>
          <a:lstStyle/>
          <a:p>
            <a:pPr>
              <a:lnSpc>
                <a:spcPct val="125000"/>
              </a:lnSpc>
              <a:spcBef>
                <a:spcPct val="0"/>
              </a:spcBef>
              <a:spcAft>
                <a:spcPts val="600"/>
              </a:spcAft>
            </a:pPr>
            <a:r>
              <a:rPr lang="en-US" sz="3200" cap="all" spc="150">
                <a:solidFill>
                  <a:schemeClr val="bg1"/>
                </a:solidFill>
                <a:latin typeface="+mj-lt"/>
                <a:ea typeface="+mj-ea"/>
                <a:cs typeface="+mj-cs"/>
              </a:rPr>
              <a:t>Statistical Analysis</a:t>
            </a:r>
          </a:p>
        </p:txBody>
      </p:sp>
      <p:sp>
        <p:nvSpPr>
          <p:cNvPr id="3" name="TextBox 2">
            <a:extLst>
              <a:ext uri="{FF2B5EF4-FFF2-40B4-BE49-F238E27FC236}">
                <a16:creationId xmlns:a16="http://schemas.microsoft.com/office/drawing/2014/main" id="{EFD94B54-3034-D53B-1535-2FFB8095537B}"/>
              </a:ext>
            </a:extLst>
          </p:cNvPr>
          <p:cNvSpPr txBox="1"/>
          <p:nvPr/>
        </p:nvSpPr>
        <p:spPr>
          <a:xfrm>
            <a:off x="1635102" y="2440929"/>
            <a:ext cx="5115893" cy="949946"/>
          </a:xfrm>
          <a:prstGeom prst="rect">
            <a:avLst/>
          </a:prstGeom>
        </p:spPr>
        <p:txBody>
          <a:bodyPr vert="horz" lIns="109728" tIns="109728" rIns="109728" bIns="91440" rtlCol="0" anchor="t">
            <a:normAutofit/>
          </a:bodyPr>
          <a:lstStyle/>
          <a:p>
            <a:pPr marL="171450" indent="-171450">
              <a:lnSpc>
                <a:spcPct val="140000"/>
              </a:lnSpc>
              <a:spcBef>
                <a:spcPts val="930"/>
              </a:spcBef>
              <a:buFont typeface="Arial" panose="020B0604020202020204" pitchFamily="34" charset="0"/>
              <a:buChar char="•"/>
            </a:pPr>
            <a:r>
              <a:rPr lang="en-US" sz="1000" b="1" spc="150">
                <a:solidFill>
                  <a:schemeClr val="bg1"/>
                </a:solidFill>
              </a:rPr>
              <a:t>GART exhibits statistically better precision compared to the other estimators </a:t>
            </a:r>
          </a:p>
          <a:p>
            <a:pPr marL="171450" indent="-171450">
              <a:lnSpc>
                <a:spcPct val="140000"/>
              </a:lnSpc>
              <a:spcBef>
                <a:spcPts val="930"/>
              </a:spcBef>
              <a:buFont typeface="Arial" panose="020B0604020202020204" pitchFamily="34" charset="0"/>
              <a:buChar char="•"/>
            </a:pPr>
            <a:r>
              <a:rPr lang="en-US" sz="1000" b="1" spc="150">
                <a:solidFill>
                  <a:schemeClr val="bg1"/>
                </a:solidFill>
              </a:rPr>
              <a:t>Lower variance implies a higher quality estimator </a:t>
            </a:r>
          </a:p>
        </p:txBody>
      </p:sp>
      <p:sp>
        <p:nvSpPr>
          <p:cNvPr id="26" name="Rectangle 25">
            <a:extLst>
              <a:ext uri="{FF2B5EF4-FFF2-40B4-BE49-F238E27FC236}">
                <a16:creationId xmlns:a16="http://schemas.microsoft.com/office/drawing/2014/main" id="{F5B41592-BC5E-4AE2-8CA7-91C73FD8F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889697"/>
            <a:ext cx="1070775" cy="2466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B574A3D-9991-4D4A-91DF-0D0DE47DB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5B15B097-2E83-EAC1-BBB2-B9DF82825009}"/>
              </a:ext>
            </a:extLst>
          </p:cNvPr>
          <p:cNvPicPr>
            <a:picLocks noChangeAspect="1"/>
          </p:cNvPicPr>
          <p:nvPr/>
        </p:nvPicPr>
        <p:blipFill>
          <a:blip r:embed="rId2"/>
          <a:stretch>
            <a:fillRect/>
          </a:stretch>
        </p:blipFill>
        <p:spPr>
          <a:xfrm>
            <a:off x="8065638" y="890011"/>
            <a:ext cx="3644148" cy="1648976"/>
          </a:xfrm>
          <a:prstGeom prst="rect">
            <a:avLst/>
          </a:prstGeom>
        </p:spPr>
      </p:pic>
      <p:pic>
        <p:nvPicPr>
          <p:cNvPr id="5" name="Picture 4">
            <a:extLst>
              <a:ext uri="{FF2B5EF4-FFF2-40B4-BE49-F238E27FC236}">
                <a16:creationId xmlns:a16="http://schemas.microsoft.com/office/drawing/2014/main" id="{093B633B-449A-30D2-4B5A-B8144C454EF0}"/>
              </a:ext>
            </a:extLst>
          </p:cNvPr>
          <p:cNvPicPr>
            <a:picLocks noChangeAspect="1"/>
          </p:cNvPicPr>
          <p:nvPr/>
        </p:nvPicPr>
        <p:blipFill>
          <a:blip r:embed="rId3"/>
          <a:srcRect l="1156"/>
          <a:stretch>
            <a:fillRect/>
          </a:stretch>
        </p:blipFill>
        <p:spPr>
          <a:xfrm>
            <a:off x="1635103" y="4426105"/>
            <a:ext cx="5160826" cy="1396665"/>
          </a:xfrm>
          <a:prstGeom prst="rect">
            <a:avLst/>
          </a:prstGeom>
        </p:spPr>
      </p:pic>
      <p:sp>
        <p:nvSpPr>
          <p:cNvPr id="30" name="Rectangle 29">
            <a:extLst>
              <a:ext uri="{FF2B5EF4-FFF2-40B4-BE49-F238E27FC236}">
                <a16:creationId xmlns:a16="http://schemas.microsoft.com/office/drawing/2014/main" id="{9B986E1E-DEE3-4E67-92C7-D1AE1EE794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5200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0A2A356-639E-4340-ACBF-9DF27BFE0C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3424" y="3396996"/>
            <a:ext cx="4608576"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553BAC45-C3EE-F0ED-800F-F8722D08B747}"/>
              </a:ext>
            </a:extLst>
          </p:cNvPr>
          <p:cNvPicPr>
            <a:picLocks noChangeAspect="1"/>
          </p:cNvPicPr>
          <p:nvPr/>
        </p:nvPicPr>
        <p:blipFill>
          <a:blip r:embed="rId4"/>
          <a:srcRect l="919"/>
          <a:stretch>
            <a:fillRect/>
          </a:stretch>
        </p:blipFill>
        <p:spPr>
          <a:xfrm>
            <a:off x="8065638" y="3994052"/>
            <a:ext cx="3665842" cy="2330899"/>
          </a:xfrm>
          <a:prstGeom prst="rect">
            <a:avLst/>
          </a:prstGeom>
        </p:spPr>
      </p:pic>
    </p:spTree>
    <p:extLst>
      <p:ext uri="{BB962C8B-B14F-4D97-AF65-F5344CB8AC3E}">
        <p14:creationId xmlns:p14="http://schemas.microsoft.com/office/powerpoint/2010/main" val="22625285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05B00-1B0C-8A3D-270A-49BB0D68C4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39CF97-45CE-2168-BAB8-75ABA3102C59}"/>
              </a:ext>
            </a:extLst>
          </p:cNvPr>
          <p:cNvSpPr>
            <a:spLocks noGrp="1"/>
          </p:cNvSpPr>
          <p:nvPr>
            <p:ph type="ctrTitle"/>
          </p:nvPr>
        </p:nvSpPr>
        <p:spPr>
          <a:xfrm>
            <a:off x="1386629" y="825687"/>
            <a:ext cx="9643772" cy="3164422"/>
          </a:xfrm>
        </p:spPr>
        <p:txBody>
          <a:bodyPr/>
          <a:lstStyle/>
          <a:p>
            <a:r>
              <a:rPr lang="en-US" sz="3200"/>
              <a:t>Heuristics for The Assignment-Routing Formulation</a:t>
            </a:r>
          </a:p>
        </p:txBody>
      </p:sp>
      <p:sp>
        <p:nvSpPr>
          <p:cNvPr id="3" name="Text Placeholder 5">
            <a:extLst>
              <a:ext uri="{FF2B5EF4-FFF2-40B4-BE49-F238E27FC236}">
                <a16:creationId xmlns:a16="http://schemas.microsoft.com/office/drawing/2014/main" id="{E4964216-2FA7-8124-E337-E32DBEA6DDD5}"/>
              </a:ext>
            </a:extLst>
          </p:cNvPr>
          <p:cNvSpPr txBox="1">
            <a:spLocks/>
          </p:cNvSpPr>
          <p:nvPr/>
        </p:nvSpPr>
        <p:spPr>
          <a:xfrm>
            <a:off x="1386177" y="3649028"/>
            <a:ext cx="9380431" cy="2164715"/>
          </a:xfrm>
          <a:prstGeom prst="rect">
            <a:avLst/>
          </a:prstGeom>
        </p:spPr>
        <p:txBody>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457200" indent="-457200">
              <a:buFont typeface="Corbel" panose="020B0503020204020204" pitchFamily="34" charset="0"/>
              <a:buAutoNum type="arabicPeriod"/>
            </a:pPr>
            <a:r>
              <a:rPr lang="en-US">
                <a:solidFill>
                  <a:schemeClr val="bg1"/>
                </a:solidFill>
              </a:rPr>
              <a:t>Heuristic Design</a:t>
            </a:r>
          </a:p>
          <a:p>
            <a:pPr marL="457200" indent="-457200">
              <a:buFont typeface="Corbel" panose="020B0503020204020204" pitchFamily="34" charset="0"/>
              <a:buAutoNum type="arabicPeriod"/>
            </a:pPr>
            <a:r>
              <a:rPr lang="en-US">
                <a:solidFill>
                  <a:schemeClr val="bg1"/>
                </a:solidFill>
              </a:rPr>
              <a:t>Local Optimizer Test Results</a:t>
            </a:r>
          </a:p>
          <a:p>
            <a:pPr marL="457200" indent="-457200">
              <a:buFont typeface="Corbel" panose="020B0503020204020204" pitchFamily="34" charset="0"/>
              <a:buAutoNum type="arabicPeriod"/>
            </a:pPr>
            <a:r>
              <a:rPr lang="en-US">
                <a:solidFill>
                  <a:schemeClr val="bg1"/>
                </a:solidFill>
              </a:rPr>
              <a:t>Multi-Campaign Search XML100 Results</a:t>
            </a:r>
          </a:p>
          <a:p>
            <a:pPr marL="457200" indent="-457200">
              <a:buFont typeface="Corbel" panose="020B0503020204020204" pitchFamily="34" charset="0"/>
              <a:buAutoNum type="arabicPeriod"/>
            </a:pPr>
            <a:r>
              <a:rPr lang="en-US">
                <a:solidFill>
                  <a:schemeClr val="bg1"/>
                </a:solidFill>
              </a:rPr>
              <a:t>Multi-Campaign Search XML1000 Results</a:t>
            </a:r>
          </a:p>
        </p:txBody>
      </p:sp>
    </p:spTree>
    <p:extLst>
      <p:ext uri="{BB962C8B-B14F-4D97-AF65-F5344CB8AC3E}">
        <p14:creationId xmlns:p14="http://schemas.microsoft.com/office/powerpoint/2010/main" val="27100333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10EBD-C6BC-5DC7-F9D5-624192937F94}"/>
              </a:ext>
            </a:extLst>
          </p:cNvPr>
          <p:cNvSpPr>
            <a:spLocks noGrp="1"/>
          </p:cNvSpPr>
          <p:nvPr>
            <p:ph type="title"/>
          </p:nvPr>
        </p:nvSpPr>
        <p:spPr/>
        <p:txBody>
          <a:bodyPr/>
          <a:lstStyle/>
          <a:p>
            <a:r>
              <a:rPr lang="en-US"/>
              <a:t>Heuristic Design – Simple 2-Opt Tabu Search</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A05C8B6-7D85-C8F4-E695-DB4D75217476}"/>
                  </a:ext>
                </a:extLst>
              </p:cNvPr>
              <p:cNvSpPr>
                <a:spLocks noGrp="1"/>
              </p:cNvSpPr>
              <p:nvPr>
                <p:ph sz="quarter" idx="14"/>
              </p:nvPr>
            </p:nvSpPr>
            <p:spPr>
              <a:xfrm>
                <a:off x="723479" y="2118210"/>
                <a:ext cx="10284108" cy="3000441"/>
              </a:xfrm>
            </p:spPr>
            <p:txBody>
              <a:bodyPr>
                <a:normAutofit/>
              </a:bodyPr>
              <a:lstStyle/>
              <a:p>
                <a:r>
                  <a:rPr lang="en-US"/>
                  <a:t>Simple 2-Opt Tabu Search:</a:t>
                </a:r>
              </a:p>
              <a:p>
                <a:pPr marL="285750" indent="-285750">
                  <a:buFont typeface="Arial" panose="020B0604020202020204" pitchFamily="34" charset="0"/>
                  <a:buChar char="•"/>
                </a:pPr>
                <a:r>
                  <a:rPr lang="en-US"/>
                  <a:t>Relocate – customer is moved from current vehicle to different vehicle</a:t>
                </a:r>
              </a:p>
              <a:p>
                <a:pPr marL="285750" indent="-285750">
                  <a:buFont typeface="Arial" panose="020B0604020202020204" pitchFamily="34" charset="0"/>
                  <a:buChar char="•"/>
                </a:pPr>
                <a:r>
                  <a:rPr lang="en-US"/>
                  <a:t>Swap customer is exchanged with another customer from another vehicle</a:t>
                </a:r>
              </a:p>
              <a:p>
                <a:pPr marL="285750" indent="-285750">
                  <a:buFont typeface="Arial" panose="020B0604020202020204" pitchFamily="34" charset="0"/>
                  <a:buChar char="•"/>
                </a:pPr>
                <a:r>
                  <a:rPr lang="en-US"/>
                  <a:t>Standard Tabu list with tenure </a:t>
                </a:r>
                <a14:m>
                  <m:oMath xmlns:m="http://schemas.openxmlformats.org/officeDocument/2006/math">
                    <m:rad>
                      <m:radPr>
                        <m:degHide m:val="on"/>
                        <m:ctrlPr>
                          <a:rPr lang="en-US" i="1" smtClean="0">
                            <a:latin typeface="Cambria Math" panose="02040503050406030204" pitchFamily="18" charset="0"/>
                          </a:rPr>
                        </m:ctrlPr>
                      </m:radPr>
                      <m:deg/>
                      <m:e>
                        <m:r>
                          <a:rPr lang="en-US" b="0" i="1" smtClean="0">
                            <a:latin typeface="Cambria Math" panose="02040503050406030204" pitchFamily="18" charset="0"/>
                          </a:rPr>
                          <m:t>𝑛</m:t>
                        </m:r>
                      </m:e>
                    </m:rad>
                  </m:oMath>
                </a14:m>
                <a:r>
                  <a:rPr lang="en-US"/>
                  <a:t> is used to prevent cycling.</a:t>
                </a:r>
              </a:p>
            </p:txBody>
          </p:sp>
        </mc:Choice>
        <mc:Fallback>
          <p:sp>
            <p:nvSpPr>
              <p:cNvPr id="3" name="Content Placeholder 2">
                <a:extLst>
                  <a:ext uri="{FF2B5EF4-FFF2-40B4-BE49-F238E27FC236}">
                    <a16:creationId xmlns:a16="http://schemas.microsoft.com/office/drawing/2014/main" id="{DA05C8B6-7D85-C8F4-E695-DB4D75217476}"/>
                  </a:ext>
                </a:extLst>
              </p:cNvPr>
              <p:cNvSpPr>
                <a:spLocks noGrp="1" noRot="1" noChangeAspect="1" noMove="1" noResize="1" noEditPoints="1" noAdjustHandles="1" noChangeArrowheads="1" noChangeShapeType="1" noTextEdit="1"/>
              </p:cNvSpPr>
              <p:nvPr>
                <p:ph sz="quarter" idx="14"/>
              </p:nvPr>
            </p:nvSpPr>
            <p:spPr>
              <a:xfrm>
                <a:off x="723479" y="2118210"/>
                <a:ext cx="10284108" cy="3000441"/>
              </a:xfrm>
              <a:blipFill>
                <a:blip r:embed="rId2"/>
                <a:stretch>
                  <a:fillRect l="-356"/>
                </a:stretch>
              </a:blipFill>
            </p:spPr>
            <p:txBody>
              <a:bodyPr/>
              <a:lstStyle/>
              <a:p>
                <a:r>
                  <a:rPr lang="en-US">
                    <a:noFill/>
                  </a:rPr>
                  <a:t> </a:t>
                </a:r>
              </a:p>
            </p:txBody>
          </p:sp>
        </mc:Fallback>
      </mc:AlternateContent>
    </p:spTree>
    <p:extLst>
      <p:ext uri="{BB962C8B-B14F-4D97-AF65-F5344CB8AC3E}">
        <p14:creationId xmlns:p14="http://schemas.microsoft.com/office/powerpoint/2010/main" val="24411446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9D08B-C3BC-7288-DEC9-042EC5687CC0}"/>
              </a:ext>
            </a:extLst>
          </p:cNvPr>
          <p:cNvSpPr>
            <a:spLocks noGrp="1"/>
          </p:cNvSpPr>
          <p:nvPr>
            <p:ph type="title"/>
          </p:nvPr>
        </p:nvSpPr>
        <p:spPr>
          <a:xfrm>
            <a:off x="1535371" y="962423"/>
            <a:ext cx="10207712" cy="1216152"/>
          </a:xfrm>
        </p:spPr>
        <p:txBody>
          <a:bodyPr/>
          <a:lstStyle/>
          <a:p>
            <a:r>
              <a:rPr lang="en-US"/>
              <a:t>Heuristic Design – Multi-Campaign Search</a:t>
            </a:r>
          </a:p>
        </p:txBody>
      </p:sp>
      <p:sp>
        <p:nvSpPr>
          <p:cNvPr id="5" name="Content Placeholder 3">
            <a:extLst>
              <a:ext uri="{FF2B5EF4-FFF2-40B4-BE49-F238E27FC236}">
                <a16:creationId xmlns:a16="http://schemas.microsoft.com/office/drawing/2014/main" id="{E8D85920-EEA4-1AC5-9937-9B023B5AC108}"/>
              </a:ext>
            </a:extLst>
          </p:cNvPr>
          <p:cNvSpPr txBox="1">
            <a:spLocks/>
          </p:cNvSpPr>
          <p:nvPr/>
        </p:nvSpPr>
        <p:spPr>
          <a:xfrm>
            <a:off x="1319051" y="2535654"/>
            <a:ext cx="10732145" cy="4160520"/>
          </a:xfrm>
          <a:prstGeom prst="rect">
            <a:avLst/>
          </a:prstGeom>
        </p:spPr>
        <p:txBody>
          <a:bodyPr>
            <a:normAutofit/>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r>
              <a:rPr lang="en-US" sz="1600"/>
              <a:t>Ad Hoc Search Heuristic: Multi-Campaign Search</a:t>
            </a:r>
          </a:p>
          <a:p>
            <a:pPr marL="285750" indent="-285750">
              <a:buFont typeface="Arial" panose="020B0604020202020204" pitchFamily="34" charset="0"/>
              <a:buChar char="•"/>
            </a:pPr>
            <a:r>
              <a:rPr lang="en-US" sz="1600"/>
              <a:t>Campaign 1 – choose customers/clusters of customer to relocate and exchange based on marginal contribution</a:t>
            </a:r>
          </a:p>
          <a:p>
            <a:pPr marL="285750" indent="-285750">
              <a:buFont typeface="Arial" panose="020B0604020202020204" pitchFamily="34" charset="0"/>
              <a:buChar char="•"/>
            </a:pPr>
            <a:r>
              <a:rPr lang="en-US" sz="1600"/>
              <a:t>Campaign 2 – Polar coordinate enable locating ‘misplaced’ nodes</a:t>
            </a:r>
          </a:p>
          <a:p>
            <a:pPr marL="285750" indent="-285750">
              <a:buFont typeface="Arial" panose="020B0604020202020204" pitchFamily="34" charset="0"/>
              <a:buChar char="•"/>
            </a:pPr>
            <a:r>
              <a:rPr lang="en-US" sz="1600"/>
              <a:t>Campaign 3 – Identify borders between clusters and exhaustively search the border regions</a:t>
            </a:r>
          </a:p>
          <a:p>
            <a:pPr marL="285750" indent="-285750">
              <a:buFont typeface="Arial" panose="020B0604020202020204" pitchFamily="34" charset="0"/>
              <a:buChar char="•"/>
            </a:pPr>
            <a:r>
              <a:rPr lang="en-US" sz="1600"/>
              <a:t>Campaign 4 – Exhaustive Search with a chance to randomly perturb solution</a:t>
            </a:r>
          </a:p>
        </p:txBody>
      </p:sp>
    </p:spTree>
    <p:extLst>
      <p:ext uri="{BB962C8B-B14F-4D97-AF65-F5344CB8AC3E}">
        <p14:creationId xmlns:p14="http://schemas.microsoft.com/office/powerpoint/2010/main" val="35436130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ED69555-EE48-4B19-812B-4E1068DBF9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57">
            <a:extLst>
              <a:ext uri="{FF2B5EF4-FFF2-40B4-BE49-F238E27FC236}">
                <a16:creationId xmlns:a16="http://schemas.microsoft.com/office/drawing/2014/main" id="{57AEB73D-F521-4B19-820F-12DB6BCC84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txBody>
          <a:bodyPr/>
          <a:lstStyle/>
          <a:p>
            <a:endParaRPr lang="en-US"/>
          </a:p>
        </p:txBody>
      </p:sp>
      <p:sp>
        <p:nvSpPr>
          <p:cNvPr id="17" name="Rectangle 16">
            <a:extLst>
              <a:ext uri="{FF2B5EF4-FFF2-40B4-BE49-F238E27FC236}">
                <a16:creationId xmlns:a16="http://schemas.microsoft.com/office/drawing/2014/main" id="{6B72EEBA-3A5D-41CE-8465-A45A0F6567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Rectangle 18">
            <a:extLst>
              <a:ext uri="{FF2B5EF4-FFF2-40B4-BE49-F238E27FC236}">
                <a16:creationId xmlns:a16="http://schemas.microsoft.com/office/drawing/2014/main" id="{EA164D6B-6878-4B9F-A2D0-985D39B17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62F176A-9349-4CD7-8042-59C0200C8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0904" y="0"/>
            <a:ext cx="4641096" cy="10565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E9A171F-91A7-42F8-B25C-E38B244E7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1031500"/>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64738AB-B6BE-4867-889A-52CE4AC8D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095508"/>
            <a:ext cx="7582419" cy="5016893"/>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2894EB-02F2-3258-3A2A-7C638E0598A6}"/>
              </a:ext>
            </a:extLst>
          </p:cNvPr>
          <p:cNvSpPr>
            <a:spLocks noGrp="1"/>
          </p:cNvSpPr>
          <p:nvPr>
            <p:ph type="title"/>
          </p:nvPr>
        </p:nvSpPr>
        <p:spPr>
          <a:xfrm>
            <a:off x="995472" y="1609275"/>
            <a:ext cx="5256241" cy="1346753"/>
          </a:xfrm>
        </p:spPr>
        <p:txBody>
          <a:bodyPr vert="horz" lIns="109728" tIns="109728" rIns="109728" bIns="91440" rtlCol="0" anchor="b">
            <a:normAutofit/>
          </a:bodyPr>
          <a:lstStyle/>
          <a:p>
            <a:pPr>
              <a:lnSpc>
                <a:spcPct val="115000"/>
              </a:lnSpc>
            </a:pPr>
            <a:r>
              <a:rPr lang="en-US" sz="3200" b="0" cap="all">
                <a:solidFill>
                  <a:schemeClr val="tx2"/>
                </a:solidFill>
              </a:rPr>
              <a:t>Local Optimizer Test Results</a:t>
            </a:r>
          </a:p>
        </p:txBody>
      </p:sp>
      <p:sp>
        <p:nvSpPr>
          <p:cNvPr id="3" name="Subtitle 2">
            <a:extLst>
              <a:ext uri="{FF2B5EF4-FFF2-40B4-BE49-F238E27FC236}">
                <a16:creationId xmlns:a16="http://schemas.microsoft.com/office/drawing/2014/main" id="{4F4421C2-5FD3-B8D8-6606-3391ADE1F827}"/>
              </a:ext>
            </a:extLst>
          </p:cNvPr>
          <p:cNvSpPr>
            <a:spLocks noGrp="1"/>
          </p:cNvSpPr>
          <p:nvPr>
            <p:ph type="subTitle" idx="1"/>
          </p:nvPr>
        </p:nvSpPr>
        <p:spPr>
          <a:xfrm>
            <a:off x="877230" y="3603954"/>
            <a:ext cx="5834053" cy="2222546"/>
          </a:xfrm>
        </p:spPr>
        <p:txBody>
          <a:bodyPr vert="horz" lIns="109728" tIns="109728" rIns="109728" bIns="91440" rtlCol="0" anchor="t">
            <a:noAutofit/>
          </a:bodyPr>
          <a:lstStyle/>
          <a:p>
            <a:pPr marL="171450" indent="-171450">
              <a:lnSpc>
                <a:spcPct val="140000"/>
              </a:lnSpc>
              <a:buFont typeface="Arial" panose="020B0604020202020204" pitchFamily="34" charset="0"/>
              <a:buChar char="•"/>
            </a:pPr>
            <a:r>
              <a:rPr lang="en-US" sz="1600">
                <a:solidFill>
                  <a:schemeClr val="tx2"/>
                </a:solidFill>
              </a:rPr>
              <a:t>72 Instances of XML100 with known optimal solution</a:t>
            </a:r>
          </a:p>
          <a:p>
            <a:pPr marL="171450" indent="-171450">
              <a:lnSpc>
                <a:spcPct val="140000"/>
              </a:lnSpc>
              <a:buFont typeface="Arial" panose="020B0604020202020204" pitchFamily="34" charset="0"/>
              <a:buChar char="•"/>
            </a:pPr>
            <a:r>
              <a:rPr lang="en-US" sz="1600">
                <a:solidFill>
                  <a:schemeClr val="tx2"/>
                </a:solidFill>
              </a:rPr>
              <a:t>2-hour time limit for each instance</a:t>
            </a:r>
          </a:p>
          <a:p>
            <a:pPr marL="171450" indent="-171450">
              <a:lnSpc>
                <a:spcPct val="140000"/>
              </a:lnSpc>
              <a:buFont typeface="Arial" panose="020B0604020202020204" pitchFamily="34" charset="0"/>
              <a:buChar char="•"/>
            </a:pPr>
            <a:r>
              <a:rPr lang="en-US" sz="1600">
                <a:solidFill>
                  <a:schemeClr val="tx2"/>
                </a:solidFill>
              </a:rPr>
              <a:t>Optimal Partitioning given as initial solution to improve upon</a:t>
            </a:r>
          </a:p>
        </p:txBody>
      </p:sp>
      <p:sp>
        <p:nvSpPr>
          <p:cNvPr id="27" name="Rectangle 26">
            <a:extLst>
              <a:ext uri="{FF2B5EF4-FFF2-40B4-BE49-F238E27FC236}">
                <a16:creationId xmlns:a16="http://schemas.microsoft.com/office/drawing/2014/main" id="{57851D67-7085-40E2-B146-F91433A28E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44405"/>
            <a:ext cx="7534656" cy="71359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985AAE23-FCB6-4663-907C-0110B0FDC5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5468" y="6167615"/>
            <a:ext cx="4603482"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9C969C2C-E7E3-4052-87D4-61E733EC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6112401"/>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C60369F-A41B-4D6E-8990-30E2715C57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1459"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270FA3FB-8CF1-1E64-CE37-CFC2C8CA34E6}"/>
              </a:ext>
            </a:extLst>
          </p:cNvPr>
          <p:cNvPicPr>
            <a:picLocks noChangeAspect="1"/>
          </p:cNvPicPr>
          <p:nvPr/>
        </p:nvPicPr>
        <p:blipFill>
          <a:blip r:embed="rId2"/>
          <a:stretch>
            <a:fillRect/>
          </a:stretch>
        </p:blipFill>
        <p:spPr>
          <a:xfrm>
            <a:off x="7874759" y="1746803"/>
            <a:ext cx="3964674" cy="1209225"/>
          </a:xfrm>
          <a:prstGeom prst="rect">
            <a:avLst/>
          </a:prstGeom>
        </p:spPr>
      </p:pic>
      <p:sp>
        <p:nvSpPr>
          <p:cNvPr id="35" name="Rectangle 34">
            <a:extLst>
              <a:ext uri="{FF2B5EF4-FFF2-40B4-BE49-F238E27FC236}">
                <a16:creationId xmlns:a16="http://schemas.microsoft.com/office/drawing/2014/main" id="{21CB6093-10D6-4BC3-8760-41DFC01B13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3424" y="3577470"/>
            <a:ext cx="4608576"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C172EEDB-5529-0D98-EE32-3B7D8C0EE1C4}"/>
              </a:ext>
            </a:extLst>
          </p:cNvPr>
          <p:cNvPicPr>
            <a:picLocks noChangeAspect="1"/>
          </p:cNvPicPr>
          <p:nvPr/>
        </p:nvPicPr>
        <p:blipFill>
          <a:blip r:embed="rId3"/>
          <a:stretch>
            <a:fillRect/>
          </a:stretch>
        </p:blipFill>
        <p:spPr>
          <a:xfrm>
            <a:off x="7874759" y="4257179"/>
            <a:ext cx="3968496" cy="1121100"/>
          </a:xfrm>
          <a:prstGeom prst="rect">
            <a:avLst/>
          </a:prstGeom>
        </p:spPr>
      </p:pic>
    </p:spTree>
    <p:extLst>
      <p:ext uri="{BB962C8B-B14F-4D97-AF65-F5344CB8AC3E}">
        <p14:creationId xmlns:p14="http://schemas.microsoft.com/office/powerpoint/2010/main" val="28503325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0786F82F-1B47-46ED-8EAE-53EF71E59E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18302" y="0"/>
            <a:ext cx="747369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F1BAF6F-6275-4646-9C59-331B29B955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257298"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a16="http://schemas.microsoft.com/office/drawing/2014/main" id="{099405E2-1A96-4DBA-A9DC-4C2A1B421C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3FEC850-D70F-4F53-AFB0-352FEA945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866789"/>
            <a:ext cx="6795928" cy="25942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0F47E0-75B3-4042-7544-A72E1FE99500}"/>
              </a:ext>
            </a:extLst>
          </p:cNvPr>
          <p:cNvSpPr>
            <a:spLocks noGrp="1"/>
          </p:cNvSpPr>
          <p:nvPr>
            <p:ph type="ctrTitle"/>
          </p:nvPr>
        </p:nvSpPr>
        <p:spPr>
          <a:xfrm>
            <a:off x="1434622" y="1113327"/>
            <a:ext cx="4862811" cy="2019488"/>
          </a:xfrm>
        </p:spPr>
        <p:txBody>
          <a:bodyPr vert="horz" lIns="109728" tIns="109728" rIns="109728" bIns="91440" rtlCol="0" anchor="ctr">
            <a:normAutofit/>
          </a:bodyPr>
          <a:lstStyle/>
          <a:p>
            <a:pPr>
              <a:lnSpc>
                <a:spcPct val="140000"/>
              </a:lnSpc>
            </a:pPr>
            <a:r>
              <a:rPr lang="en-US" sz="2800"/>
              <a:t>Multi-Campaign Search XML100 Results</a:t>
            </a:r>
          </a:p>
        </p:txBody>
      </p:sp>
      <p:sp>
        <p:nvSpPr>
          <p:cNvPr id="25" name="Rectangle 24">
            <a:extLst>
              <a:ext uri="{FF2B5EF4-FFF2-40B4-BE49-F238E27FC236}">
                <a16:creationId xmlns:a16="http://schemas.microsoft.com/office/drawing/2014/main" id="{98928BEC-981A-4B8F-98FA-839975C5F1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63" y="930797"/>
            <a:ext cx="1070775" cy="2466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A0FDC470-2BEC-326C-F47C-5DF399C5195D}"/>
              </a:ext>
            </a:extLst>
          </p:cNvPr>
          <p:cNvPicPr>
            <a:picLocks noChangeAspect="1"/>
          </p:cNvPicPr>
          <p:nvPr/>
        </p:nvPicPr>
        <p:blipFill>
          <a:blip r:embed="rId2"/>
          <a:stretch>
            <a:fillRect/>
          </a:stretch>
        </p:blipFill>
        <p:spPr>
          <a:xfrm>
            <a:off x="7338241" y="546438"/>
            <a:ext cx="4375454" cy="2395559"/>
          </a:xfrm>
          <a:prstGeom prst="rect">
            <a:avLst/>
          </a:prstGeom>
        </p:spPr>
      </p:pic>
      <p:sp>
        <p:nvSpPr>
          <p:cNvPr id="27" name="Rectangle 26">
            <a:extLst>
              <a:ext uri="{FF2B5EF4-FFF2-40B4-BE49-F238E27FC236}">
                <a16:creationId xmlns:a16="http://schemas.microsoft.com/office/drawing/2014/main" id="{32BA9D6C-8214-4E25-AF8B-48762AD8D5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8769" y="3515921"/>
            <a:ext cx="5789163" cy="3342079"/>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15114E9F-2A15-431C-9EF8-E5F1FFEE12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4E8B9C70-F708-443B-82A0-80E311A003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48457"/>
            <a:ext cx="679399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5D7B94B2-D9B6-4EAC-8CD9-3961D17843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96996"/>
            <a:ext cx="1219200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C2ECE39B-7964-90B8-45E4-A230D81EF737}"/>
              </a:ext>
            </a:extLst>
          </p:cNvPr>
          <p:cNvSpPr txBox="1">
            <a:spLocks/>
          </p:cNvSpPr>
          <p:nvPr/>
        </p:nvSpPr>
        <p:spPr>
          <a:xfrm>
            <a:off x="1434622" y="3707541"/>
            <a:ext cx="5117253" cy="2505801"/>
          </a:xfrm>
          <a:prstGeom prst="rect">
            <a:avLst/>
          </a:prstGeom>
        </p:spPr>
        <p:txBody>
          <a:bodyPr vert="horz" lIns="109728" tIns="109728" rIns="109728" bIns="91440" rtlCol="0" anchor="t" anchorCtr="0">
            <a:normAutofit/>
          </a:bodyPr>
          <a:lstStyle>
            <a:lvl1pPr algn="l" defTabSz="914400" rtl="0" eaLnBrk="1" latinLnBrk="0" hangingPunct="1">
              <a:lnSpc>
                <a:spcPct val="100000"/>
              </a:lnSpc>
              <a:spcBef>
                <a:spcPct val="0"/>
              </a:spcBef>
              <a:buNone/>
              <a:defRPr sz="4000" b="1" kern="1200" cap="all" spc="150" baseline="0">
                <a:solidFill>
                  <a:schemeClr val="bg1"/>
                </a:solidFill>
                <a:latin typeface="+mj-lt"/>
                <a:ea typeface="+mj-ea"/>
                <a:cs typeface="+mj-cs"/>
              </a:defRPr>
            </a:lvl1pPr>
          </a:lstStyle>
          <a:p>
            <a:pPr indent="-285750">
              <a:lnSpc>
                <a:spcPct val="130000"/>
              </a:lnSpc>
              <a:spcBef>
                <a:spcPts val="930"/>
              </a:spcBef>
              <a:buFont typeface="Corbel" panose="020B0503020204020204" pitchFamily="34" charset="0"/>
              <a:buChar char="•"/>
            </a:pPr>
            <a:r>
              <a:rPr lang="en-US" sz="1600" b="0">
                <a:solidFill>
                  <a:schemeClr val="tx1">
                    <a:lumMod val="75000"/>
                    <a:lumOff val="25000"/>
                  </a:schemeClr>
                </a:solidFill>
                <a:latin typeface="+mn-lt"/>
                <a:ea typeface="+mn-ea"/>
                <a:cs typeface="+mn-cs"/>
              </a:rPr>
              <a:t>Initial Solution Generated by Regret-K heuristic</a:t>
            </a:r>
          </a:p>
          <a:p>
            <a:pPr indent="-285750">
              <a:lnSpc>
                <a:spcPct val="130000"/>
              </a:lnSpc>
              <a:spcBef>
                <a:spcPts val="930"/>
              </a:spcBef>
              <a:buFont typeface="Corbel" panose="020B0503020204020204" pitchFamily="34" charset="0"/>
              <a:buChar char="•"/>
            </a:pPr>
            <a:r>
              <a:rPr lang="en-US" sz="1600" b="0">
                <a:solidFill>
                  <a:schemeClr val="tx1">
                    <a:lumMod val="75000"/>
                    <a:lumOff val="25000"/>
                  </a:schemeClr>
                </a:solidFill>
                <a:latin typeface="+mn-lt"/>
                <a:ea typeface="+mn-ea"/>
                <a:cs typeface="+mn-cs"/>
              </a:rPr>
              <a:t>Consistently Improves on Initial Solution (2-hour time Limit)</a:t>
            </a:r>
          </a:p>
          <a:p>
            <a:pPr indent="-285750">
              <a:lnSpc>
                <a:spcPct val="130000"/>
              </a:lnSpc>
              <a:spcBef>
                <a:spcPts val="930"/>
              </a:spcBef>
              <a:buFont typeface="Corbel" panose="020B0503020204020204" pitchFamily="34" charset="0"/>
              <a:buChar char="•"/>
            </a:pPr>
            <a:r>
              <a:rPr lang="en-US" sz="1600">
                <a:solidFill>
                  <a:schemeClr val="tx1">
                    <a:lumMod val="75000"/>
                    <a:lumOff val="25000"/>
                  </a:schemeClr>
                </a:solidFill>
                <a:latin typeface="+mn-lt"/>
                <a:ea typeface="+mn-ea"/>
                <a:cs typeface="+mn-cs"/>
              </a:rPr>
              <a:t>Search Quality Degrades when Approaching Optimal Solution</a:t>
            </a:r>
          </a:p>
        </p:txBody>
      </p:sp>
      <p:sp>
        <p:nvSpPr>
          <p:cNvPr id="35" name="Rectangle 34">
            <a:extLst>
              <a:ext uri="{FF2B5EF4-FFF2-40B4-BE49-F238E27FC236}">
                <a16:creationId xmlns:a16="http://schemas.microsoft.com/office/drawing/2014/main" id="{EA6FE760-E70F-4EB9-BCB1-D7795F04B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39893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AC5E370A-61B4-55EF-FFCE-7C46D13D280F}"/>
              </a:ext>
            </a:extLst>
          </p:cNvPr>
          <p:cNvPicPr>
            <a:picLocks noChangeAspect="1"/>
          </p:cNvPicPr>
          <p:nvPr/>
        </p:nvPicPr>
        <p:blipFill>
          <a:blip r:embed="rId3"/>
          <a:stretch>
            <a:fillRect/>
          </a:stretch>
        </p:blipFill>
        <p:spPr>
          <a:xfrm>
            <a:off x="7335980" y="4462261"/>
            <a:ext cx="4379976" cy="1303042"/>
          </a:xfrm>
          <a:prstGeom prst="rect">
            <a:avLst/>
          </a:prstGeom>
        </p:spPr>
      </p:pic>
    </p:spTree>
    <p:extLst>
      <p:ext uri="{BB962C8B-B14F-4D97-AF65-F5344CB8AC3E}">
        <p14:creationId xmlns:p14="http://schemas.microsoft.com/office/powerpoint/2010/main" val="21717980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BE5A8-4031-34BD-72BA-2D7D6AEE6C5A}"/>
              </a:ext>
            </a:extLst>
          </p:cNvPr>
          <p:cNvSpPr>
            <a:spLocks noGrp="1"/>
          </p:cNvSpPr>
          <p:nvPr>
            <p:ph type="title"/>
          </p:nvPr>
        </p:nvSpPr>
        <p:spPr/>
        <p:txBody>
          <a:bodyPr/>
          <a:lstStyle/>
          <a:p>
            <a:r>
              <a:rPr lang="en-US"/>
              <a:t>Multi-Campaign Search XML1000 Results</a:t>
            </a:r>
          </a:p>
        </p:txBody>
      </p:sp>
      <p:sp>
        <p:nvSpPr>
          <p:cNvPr id="4" name="Text Placeholder 3">
            <a:extLst>
              <a:ext uri="{FF2B5EF4-FFF2-40B4-BE49-F238E27FC236}">
                <a16:creationId xmlns:a16="http://schemas.microsoft.com/office/drawing/2014/main" id="{9CE155DC-E4F9-8CB1-4BDD-0987F8AC2C92}"/>
              </a:ext>
            </a:extLst>
          </p:cNvPr>
          <p:cNvSpPr>
            <a:spLocks noGrp="1"/>
          </p:cNvSpPr>
          <p:nvPr>
            <p:ph type="body" sz="half" idx="2"/>
          </p:nvPr>
        </p:nvSpPr>
        <p:spPr>
          <a:xfrm>
            <a:off x="8834996" y="3428999"/>
            <a:ext cx="3202983" cy="3185809"/>
          </a:xfrm>
        </p:spPr>
        <p:txBody>
          <a:bodyPr>
            <a:normAutofit fontScale="62500" lnSpcReduction="20000"/>
          </a:bodyPr>
          <a:lstStyle/>
          <a:p>
            <a:pPr marL="285750" indent="-285750">
              <a:buFontTx/>
              <a:buChar char="-"/>
            </a:pPr>
            <a:r>
              <a:rPr lang="en-US"/>
              <a:t>New dataset created to capture more dense problems</a:t>
            </a:r>
          </a:p>
          <a:p>
            <a:pPr marL="285750" indent="-285750">
              <a:buFontTx/>
              <a:buChar char="-"/>
            </a:pPr>
            <a:r>
              <a:rPr lang="en-US"/>
              <a:t>Optimal Solution not known (compared to common methods)</a:t>
            </a:r>
          </a:p>
          <a:p>
            <a:pPr marL="285750" indent="-285750">
              <a:buFontTx/>
              <a:buChar char="-"/>
            </a:pPr>
            <a:r>
              <a:rPr lang="en-US"/>
              <a:t>36 instances each given 6 hours to solve</a:t>
            </a:r>
          </a:p>
          <a:p>
            <a:pPr marL="285750" indent="-285750">
              <a:buFontTx/>
              <a:buChar char="-"/>
            </a:pPr>
            <a:r>
              <a:rPr lang="en-US" b="1"/>
              <a:t>MCS performance comparable to OR-Tools and clear improvement over common constructive heuristics</a:t>
            </a:r>
          </a:p>
        </p:txBody>
      </p:sp>
      <p:pic>
        <p:nvPicPr>
          <p:cNvPr id="6" name="Picture 5">
            <a:extLst>
              <a:ext uri="{FF2B5EF4-FFF2-40B4-BE49-F238E27FC236}">
                <a16:creationId xmlns:a16="http://schemas.microsoft.com/office/drawing/2014/main" id="{97CF7D0F-FB3F-46CD-6EAF-8C5EA1C20D82}"/>
              </a:ext>
            </a:extLst>
          </p:cNvPr>
          <p:cNvPicPr>
            <a:picLocks noChangeAspect="1"/>
          </p:cNvPicPr>
          <p:nvPr/>
        </p:nvPicPr>
        <p:blipFill>
          <a:blip r:embed="rId2"/>
          <a:stretch>
            <a:fillRect/>
          </a:stretch>
        </p:blipFill>
        <p:spPr>
          <a:xfrm>
            <a:off x="1054238" y="120480"/>
            <a:ext cx="5372376" cy="6617040"/>
          </a:xfrm>
          <a:prstGeom prst="rect">
            <a:avLst/>
          </a:prstGeom>
        </p:spPr>
      </p:pic>
      <p:sp>
        <p:nvSpPr>
          <p:cNvPr id="3" name="Rectangle 2">
            <a:extLst>
              <a:ext uri="{FF2B5EF4-FFF2-40B4-BE49-F238E27FC236}">
                <a16:creationId xmlns:a16="http://schemas.microsoft.com/office/drawing/2014/main" id="{398FD625-C246-8464-27D4-16EB8439F90A}"/>
              </a:ext>
            </a:extLst>
          </p:cNvPr>
          <p:cNvSpPr/>
          <p:nvPr/>
        </p:nvSpPr>
        <p:spPr>
          <a:xfrm>
            <a:off x="1196502" y="817123"/>
            <a:ext cx="5179979" cy="389107"/>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03F4607-35AC-E792-E952-41308B625721}"/>
              </a:ext>
            </a:extLst>
          </p:cNvPr>
          <p:cNvSpPr/>
          <p:nvPr/>
        </p:nvSpPr>
        <p:spPr>
          <a:xfrm>
            <a:off x="1150436" y="2008761"/>
            <a:ext cx="5179979" cy="199417"/>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774348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45C42-89FF-3A7C-DF72-5D737733A5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F0AB51-1BB8-D57B-7CF8-85D64A9BB8F7}"/>
              </a:ext>
            </a:extLst>
          </p:cNvPr>
          <p:cNvSpPr>
            <a:spLocks noGrp="1"/>
          </p:cNvSpPr>
          <p:nvPr>
            <p:ph type="ctrTitle"/>
          </p:nvPr>
        </p:nvSpPr>
        <p:spPr>
          <a:xfrm>
            <a:off x="1386629" y="825687"/>
            <a:ext cx="9643772" cy="3164422"/>
          </a:xfrm>
        </p:spPr>
        <p:txBody>
          <a:bodyPr/>
          <a:lstStyle/>
          <a:p>
            <a:r>
              <a:rPr lang="en-US" sz="3200"/>
              <a:t>Conclusion</a:t>
            </a:r>
          </a:p>
        </p:txBody>
      </p:sp>
      <p:sp>
        <p:nvSpPr>
          <p:cNvPr id="3" name="Text Placeholder 5">
            <a:extLst>
              <a:ext uri="{FF2B5EF4-FFF2-40B4-BE49-F238E27FC236}">
                <a16:creationId xmlns:a16="http://schemas.microsoft.com/office/drawing/2014/main" id="{46979E1D-3EED-25DF-5ED2-44DEE1F29309}"/>
              </a:ext>
            </a:extLst>
          </p:cNvPr>
          <p:cNvSpPr txBox="1">
            <a:spLocks/>
          </p:cNvSpPr>
          <p:nvPr/>
        </p:nvSpPr>
        <p:spPr>
          <a:xfrm>
            <a:off x="1386177" y="3649028"/>
            <a:ext cx="9380431" cy="2164715"/>
          </a:xfrm>
          <a:prstGeom prst="rect">
            <a:avLst/>
          </a:prstGeom>
        </p:spPr>
        <p:txBody>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457200" indent="-457200">
              <a:buFont typeface="Corbel" panose="020B0503020204020204" pitchFamily="34" charset="0"/>
              <a:buAutoNum type="arabicPeriod"/>
            </a:pPr>
            <a:r>
              <a:rPr lang="en-US">
                <a:solidFill>
                  <a:schemeClr val="bg1"/>
                </a:solidFill>
              </a:rPr>
              <a:t>Key Findings &amp; Implications</a:t>
            </a:r>
          </a:p>
          <a:p>
            <a:pPr marL="457200" indent="-457200">
              <a:buFont typeface="Corbel" panose="020B0503020204020204" pitchFamily="34" charset="0"/>
              <a:buAutoNum type="arabicPeriod"/>
            </a:pPr>
            <a:r>
              <a:rPr lang="en-US">
                <a:solidFill>
                  <a:schemeClr val="bg1"/>
                </a:solidFill>
              </a:rPr>
              <a:t>Limitations &amp; Future Research</a:t>
            </a:r>
          </a:p>
        </p:txBody>
      </p:sp>
    </p:spTree>
    <p:extLst>
      <p:ext uri="{BB962C8B-B14F-4D97-AF65-F5344CB8AC3E}">
        <p14:creationId xmlns:p14="http://schemas.microsoft.com/office/powerpoint/2010/main" val="7039200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786F82F-1B47-46ED-8EAE-53EF71E59E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18302" y="0"/>
            <a:ext cx="747369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F1BAF6F-6275-4646-9C59-331B29B955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257298"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72526924-84D3-45FB-A5FE-62D8FCBF5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C2A6256-1DD0-4E4B-A8B3-9A711B4DB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8768" y="2130218"/>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1760540-185E-4652-BFD2-9B362EF3B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6641"/>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924FF1-C97D-8535-D5CB-F187F8ED21E9}"/>
              </a:ext>
            </a:extLst>
          </p:cNvPr>
          <p:cNvSpPr>
            <a:spLocks noGrp="1"/>
          </p:cNvSpPr>
          <p:nvPr>
            <p:ph type="title"/>
          </p:nvPr>
        </p:nvSpPr>
        <p:spPr>
          <a:xfrm>
            <a:off x="1535371" y="1044054"/>
            <a:ext cx="10013709" cy="1030360"/>
          </a:xfrm>
        </p:spPr>
        <p:txBody>
          <a:bodyPr vert="horz" lIns="109728" tIns="109728" rIns="109728" bIns="91440" rtlCol="0" anchor="ctr">
            <a:normAutofit/>
          </a:bodyPr>
          <a:lstStyle/>
          <a:p>
            <a:pPr>
              <a:lnSpc>
                <a:spcPct val="150000"/>
              </a:lnSpc>
            </a:pPr>
            <a:r>
              <a:rPr lang="en-US" sz="3600"/>
              <a:t>Key Findings &amp; Implications</a:t>
            </a:r>
          </a:p>
        </p:txBody>
      </p:sp>
      <p:sp>
        <p:nvSpPr>
          <p:cNvPr id="19" name="Rectangle 18">
            <a:extLst>
              <a:ext uri="{FF2B5EF4-FFF2-40B4-BE49-F238E27FC236}">
                <a16:creationId xmlns:a16="http://schemas.microsoft.com/office/drawing/2014/main" id="{729789F4-85C1-41A0-83EB-992E22210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962423"/>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D9D367D-6DD2-4A7C-8918-0DCAC29755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6FEE0BE4-AF12-D716-A267-6D9E1B2D6168}"/>
              </a:ext>
            </a:extLst>
          </p:cNvPr>
          <p:cNvSpPr>
            <a:spLocks noGrp="1"/>
          </p:cNvSpPr>
          <p:nvPr>
            <p:ph sz="quarter" idx="19"/>
          </p:nvPr>
        </p:nvSpPr>
        <p:spPr>
          <a:xfrm>
            <a:off x="1535371" y="2702257"/>
            <a:ext cx="9935571" cy="3426158"/>
          </a:xfrm>
        </p:spPr>
        <p:txBody>
          <a:bodyPr vert="horz" lIns="109728" tIns="109728" rIns="109728" bIns="91440" rtlCol="0" anchor="t">
            <a:normAutofit/>
          </a:bodyPr>
          <a:lstStyle/>
          <a:p>
            <a:pPr>
              <a:lnSpc>
                <a:spcPct val="130000"/>
              </a:lnSpc>
            </a:pPr>
            <a:r>
              <a:rPr lang="en-US" sz="1100"/>
              <a:t>Findings:</a:t>
            </a:r>
          </a:p>
          <a:p>
            <a:pPr indent="-342900">
              <a:lnSpc>
                <a:spcPct val="130000"/>
              </a:lnSpc>
              <a:buFont typeface="Corbel" panose="020B0503020204020204" pitchFamily="34" charset="0"/>
              <a:buAutoNum type="arabicPeriod"/>
            </a:pPr>
            <a:r>
              <a:rPr lang="en-US" sz="1100"/>
              <a:t>An Estimator-driven Assignment-Routing Problem framework is a feasible method to improve VRP solutions, especially in customer rich regions. </a:t>
            </a:r>
          </a:p>
          <a:p>
            <a:pPr indent="-342900">
              <a:lnSpc>
                <a:spcPct val="130000"/>
              </a:lnSpc>
              <a:buFont typeface="Corbel" panose="020B0503020204020204" pitchFamily="34" charset="0"/>
              <a:buAutoNum type="arabicPeriod"/>
            </a:pPr>
            <a:r>
              <a:rPr lang="en-US" sz="1100"/>
              <a:t>High quality tour length estimators substantially improve the solution quality.</a:t>
            </a:r>
          </a:p>
          <a:p>
            <a:pPr indent="-342900">
              <a:lnSpc>
                <a:spcPct val="130000"/>
              </a:lnSpc>
              <a:buFont typeface="Corbel" panose="020B0503020204020204" pitchFamily="34" charset="0"/>
              <a:buAutoNum type="arabicPeriod"/>
            </a:pPr>
            <a:r>
              <a:rPr lang="en-US" sz="1100"/>
              <a:t>GART is a relatively low cost and highly precise, however, it struggles on highly irregular customer distributions.</a:t>
            </a:r>
          </a:p>
          <a:p>
            <a:pPr>
              <a:lnSpc>
                <a:spcPct val="130000"/>
              </a:lnSpc>
            </a:pPr>
            <a:r>
              <a:rPr lang="en-US" sz="1100"/>
              <a:t>Implications:</a:t>
            </a:r>
          </a:p>
          <a:p>
            <a:pPr indent="-342900">
              <a:lnSpc>
                <a:spcPct val="130000"/>
              </a:lnSpc>
              <a:buFont typeface="Corbel" panose="020B0503020204020204" pitchFamily="34" charset="0"/>
              <a:buAutoNum type="arabicPeriod"/>
            </a:pPr>
            <a:r>
              <a:rPr lang="en-US" sz="1100"/>
              <a:t>Additional features are needed to enable GART to better respond to irregular distributions</a:t>
            </a:r>
          </a:p>
          <a:p>
            <a:pPr indent="-342900">
              <a:lnSpc>
                <a:spcPct val="130000"/>
              </a:lnSpc>
              <a:buFont typeface="Corbel" panose="020B0503020204020204" pitchFamily="34" charset="0"/>
              <a:buAutoNum type="arabicPeriod"/>
            </a:pPr>
            <a:r>
              <a:rPr lang="en-US" sz="1100"/>
              <a:t>VRP solution quality is highly dependent on estimator precision</a:t>
            </a:r>
          </a:p>
          <a:p>
            <a:pPr>
              <a:lnSpc>
                <a:spcPct val="130000"/>
              </a:lnSpc>
            </a:pPr>
            <a:endParaRPr lang="en-US" sz="1100"/>
          </a:p>
        </p:txBody>
      </p:sp>
    </p:spTree>
    <p:extLst>
      <p:ext uri="{BB962C8B-B14F-4D97-AF65-F5344CB8AC3E}">
        <p14:creationId xmlns:p14="http://schemas.microsoft.com/office/powerpoint/2010/main" val="9025798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ED69555-EE48-4B19-812B-4E1068DBF9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57">
            <a:extLst>
              <a:ext uri="{FF2B5EF4-FFF2-40B4-BE49-F238E27FC236}">
                <a16:creationId xmlns:a16="http://schemas.microsoft.com/office/drawing/2014/main" id="{57AEB73D-F521-4B19-820F-12DB6BCC84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txBody>
          <a:bodyPr/>
          <a:lstStyle/>
          <a:p>
            <a:endParaRPr lang="en-US"/>
          </a:p>
        </p:txBody>
      </p:sp>
      <p:sp>
        <p:nvSpPr>
          <p:cNvPr id="14" name="Rectangle 13">
            <a:extLst>
              <a:ext uri="{FF2B5EF4-FFF2-40B4-BE49-F238E27FC236}">
                <a16:creationId xmlns:a16="http://schemas.microsoft.com/office/drawing/2014/main" id="{6B72EEBA-3A5D-41CE-8465-A45A0F6567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CA22F210-7186-4074-94C5-FAD2C2EB15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ED93057-B056-4D1D-B0DA-F1619DAAF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825689"/>
            <a:ext cx="6795928" cy="25942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C0EC67-B8B3-B05B-980B-4C2BADE77424}"/>
              </a:ext>
            </a:extLst>
          </p:cNvPr>
          <p:cNvSpPr>
            <a:spLocks noGrp="1"/>
          </p:cNvSpPr>
          <p:nvPr>
            <p:ph type="title"/>
          </p:nvPr>
        </p:nvSpPr>
        <p:spPr>
          <a:xfrm>
            <a:off x="1635103" y="1057522"/>
            <a:ext cx="4741843" cy="2173433"/>
          </a:xfrm>
        </p:spPr>
        <p:txBody>
          <a:bodyPr vert="horz" lIns="109728" tIns="109728" rIns="109728" bIns="91440" rtlCol="0" anchor="ctr">
            <a:normAutofit/>
          </a:bodyPr>
          <a:lstStyle/>
          <a:p>
            <a:pPr algn="l">
              <a:lnSpc>
                <a:spcPct val="115000"/>
              </a:lnSpc>
            </a:pPr>
            <a:r>
              <a:rPr lang="en-US" sz="3700" b="0" cap="all">
                <a:solidFill>
                  <a:schemeClr val="bg1"/>
                </a:solidFill>
              </a:rPr>
              <a:t>Limitations &amp; Future Research</a:t>
            </a:r>
          </a:p>
        </p:txBody>
      </p:sp>
      <p:sp>
        <p:nvSpPr>
          <p:cNvPr id="20" name="Rectangle 19">
            <a:extLst>
              <a:ext uri="{FF2B5EF4-FFF2-40B4-BE49-F238E27FC236}">
                <a16:creationId xmlns:a16="http://schemas.microsoft.com/office/drawing/2014/main" id="{F5B41592-BC5E-4AE2-8CA7-91C73FD8F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889697"/>
            <a:ext cx="1070775" cy="2466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B574A3D-9991-4D4A-91DF-0D0DE47DB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5A56255-4961-41E1-887B-7319F23C90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39893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E7CAD65F-AAC9-4CC9-B5F5-E963F24F45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9936" y="-1"/>
            <a:ext cx="5332064"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Target Audience">
            <a:extLst>
              <a:ext uri="{FF2B5EF4-FFF2-40B4-BE49-F238E27FC236}">
                <a16:creationId xmlns:a16="http://schemas.microsoft.com/office/drawing/2014/main" id="{4A2CF2BA-E13F-423A-2F19-6A5A9AA088B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44569" y="1215596"/>
            <a:ext cx="4362798" cy="4362798"/>
          </a:xfrm>
          <a:prstGeom prst="rect">
            <a:avLst/>
          </a:prstGeom>
        </p:spPr>
      </p:pic>
      <p:graphicFrame>
        <p:nvGraphicFramePr>
          <p:cNvPr id="28" name="Text Placeholder 2">
            <a:extLst>
              <a:ext uri="{FF2B5EF4-FFF2-40B4-BE49-F238E27FC236}">
                <a16:creationId xmlns:a16="http://schemas.microsoft.com/office/drawing/2014/main" id="{EE5B2713-D2BA-A3C8-81C6-FF5CF8CD6824}"/>
              </a:ext>
            </a:extLst>
          </p:cNvPr>
          <p:cNvGraphicFramePr/>
          <p:nvPr>
            <p:extLst>
              <p:ext uri="{D42A27DB-BD31-4B8C-83A1-F6EECF244321}">
                <p14:modId xmlns:p14="http://schemas.microsoft.com/office/powerpoint/2010/main" val="3065424963"/>
              </p:ext>
            </p:extLst>
          </p:nvPr>
        </p:nvGraphicFramePr>
        <p:xfrm>
          <a:off x="1295865" y="3438097"/>
          <a:ext cx="5373291" cy="329566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7516942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ED69555-EE48-4B19-812B-4E1068DBF9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57">
            <a:extLst>
              <a:ext uri="{FF2B5EF4-FFF2-40B4-BE49-F238E27FC236}">
                <a16:creationId xmlns:a16="http://schemas.microsoft.com/office/drawing/2014/main" id="{57AEB73D-F521-4B19-820F-12DB6BCC84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txBody>
          <a:bodyPr/>
          <a:lstStyle/>
          <a:p>
            <a:endParaRPr lang="en-US"/>
          </a:p>
        </p:txBody>
      </p:sp>
      <p:sp>
        <p:nvSpPr>
          <p:cNvPr id="16" name="Rectangle 15">
            <a:extLst>
              <a:ext uri="{FF2B5EF4-FFF2-40B4-BE49-F238E27FC236}">
                <a16:creationId xmlns:a16="http://schemas.microsoft.com/office/drawing/2014/main" id="{6B72EEBA-3A5D-41CE-8465-A45A0F6567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7">
            <a:extLst>
              <a:ext uri="{FF2B5EF4-FFF2-40B4-BE49-F238E27FC236}">
                <a16:creationId xmlns:a16="http://schemas.microsoft.com/office/drawing/2014/main" id="{EA164D6B-6878-4B9F-A2D0-985D39B17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62F176A-9349-4CD7-8042-59C0200C8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41096" cy="10565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E9A171F-91A7-42F8-B25C-E38B244E7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1031500"/>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64738AB-B6BE-4867-889A-52CE4AC8D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095508"/>
            <a:ext cx="12188950" cy="5016893"/>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985AAE23-FCB6-4663-907C-0110B0FDC5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67615"/>
            <a:ext cx="4603482" cy="690385"/>
          </a:xfrm>
          <a:prstGeom prst="rect">
            <a:avLst/>
          </a:prstGeom>
          <a:solidFill>
            <a:schemeClr val="bg2">
              <a:lumMod val="9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57851D67-7085-40E2-B146-F91433A28E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7344" y="6123441"/>
            <a:ext cx="7534656" cy="73455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9C969C2C-E7E3-4052-87D4-61E733EC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6112401"/>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7C60369F-A41B-4D6E-8990-30E2715C57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1360"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913D6523-CDE7-A79E-6BCE-475B11F85576}"/>
              </a:ext>
            </a:extLst>
          </p:cNvPr>
          <p:cNvPicPr>
            <a:picLocks noChangeAspect="1"/>
          </p:cNvPicPr>
          <p:nvPr/>
        </p:nvPicPr>
        <p:blipFill>
          <a:blip r:embed="rId3"/>
          <a:stretch>
            <a:fillRect/>
          </a:stretch>
        </p:blipFill>
        <p:spPr>
          <a:xfrm>
            <a:off x="4830614" y="1437407"/>
            <a:ext cx="3506776" cy="4510324"/>
          </a:xfrm>
          <a:prstGeom prst="rect">
            <a:avLst/>
          </a:prstGeom>
        </p:spPr>
      </p:pic>
      <p:sp>
        <p:nvSpPr>
          <p:cNvPr id="34" name="Rectangle 33">
            <a:extLst>
              <a:ext uri="{FF2B5EF4-FFF2-40B4-BE49-F238E27FC236}">
                <a16:creationId xmlns:a16="http://schemas.microsoft.com/office/drawing/2014/main" id="{56A898E0-0F1C-4CD6-BBAB-3A481A2F02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00792" y="1057665"/>
            <a:ext cx="64008" cy="50657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C064AEF-956A-2AB3-9C51-4115209EAEDD}"/>
              </a:ext>
            </a:extLst>
          </p:cNvPr>
          <p:cNvPicPr>
            <a:picLocks noChangeAspect="1"/>
          </p:cNvPicPr>
          <p:nvPr/>
        </p:nvPicPr>
        <p:blipFill>
          <a:blip r:embed="rId4"/>
          <a:stretch>
            <a:fillRect/>
          </a:stretch>
        </p:blipFill>
        <p:spPr>
          <a:xfrm>
            <a:off x="712510" y="1351617"/>
            <a:ext cx="3704585" cy="4559490"/>
          </a:xfrm>
          <a:prstGeom prst="rect">
            <a:avLst/>
          </a:prstGeom>
        </p:spPr>
      </p:pic>
      <p:pic>
        <p:nvPicPr>
          <p:cNvPr id="9" name="Picture 8">
            <a:extLst>
              <a:ext uri="{FF2B5EF4-FFF2-40B4-BE49-F238E27FC236}">
                <a16:creationId xmlns:a16="http://schemas.microsoft.com/office/drawing/2014/main" id="{89B43D55-BEBF-3ABC-0106-23304448DC4E}"/>
              </a:ext>
            </a:extLst>
          </p:cNvPr>
          <p:cNvPicPr>
            <a:picLocks noChangeAspect="1"/>
          </p:cNvPicPr>
          <p:nvPr/>
        </p:nvPicPr>
        <p:blipFill>
          <a:blip r:embed="rId5"/>
          <a:stretch>
            <a:fillRect/>
          </a:stretch>
        </p:blipFill>
        <p:spPr>
          <a:xfrm>
            <a:off x="8562849" y="2766231"/>
            <a:ext cx="3640685" cy="2227100"/>
          </a:xfrm>
          <a:prstGeom prst="rect">
            <a:avLst/>
          </a:prstGeom>
        </p:spPr>
      </p:pic>
      <p:sp>
        <p:nvSpPr>
          <p:cNvPr id="11" name="Title 10">
            <a:extLst>
              <a:ext uri="{FF2B5EF4-FFF2-40B4-BE49-F238E27FC236}">
                <a16:creationId xmlns:a16="http://schemas.microsoft.com/office/drawing/2014/main" id="{E696A214-82C9-E235-E476-F87BB62FB342}"/>
              </a:ext>
            </a:extLst>
          </p:cNvPr>
          <p:cNvSpPr>
            <a:spLocks noGrp="1"/>
          </p:cNvSpPr>
          <p:nvPr>
            <p:ph type="title"/>
          </p:nvPr>
        </p:nvSpPr>
        <p:spPr>
          <a:xfrm>
            <a:off x="0" y="-1"/>
            <a:ext cx="4657344" cy="1067584"/>
          </a:xfrm>
        </p:spPr>
        <p:txBody>
          <a:bodyPr/>
          <a:lstStyle/>
          <a:p>
            <a:r>
              <a:rPr lang="en-US"/>
              <a:t>Sources:</a:t>
            </a:r>
          </a:p>
        </p:txBody>
      </p:sp>
    </p:spTree>
    <p:extLst>
      <p:ext uri="{BB962C8B-B14F-4D97-AF65-F5344CB8AC3E}">
        <p14:creationId xmlns:p14="http://schemas.microsoft.com/office/powerpoint/2010/main" val="41532470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2FA76-9462-EADE-86BA-D191476162BA}"/>
              </a:ext>
            </a:extLst>
          </p:cNvPr>
          <p:cNvSpPr>
            <a:spLocks noGrp="1"/>
          </p:cNvSpPr>
          <p:nvPr>
            <p:ph type="ctrTitle"/>
          </p:nvPr>
        </p:nvSpPr>
        <p:spPr/>
        <p:txBody>
          <a:bodyPr/>
          <a:lstStyle/>
          <a:p>
            <a:r>
              <a:rPr lang="en-US"/>
              <a:t>Questions?</a:t>
            </a:r>
          </a:p>
        </p:txBody>
      </p:sp>
    </p:spTree>
    <p:extLst>
      <p:ext uri="{BB962C8B-B14F-4D97-AF65-F5344CB8AC3E}">
        <p14:creationId xmlns:p14="http://schemas.microsoft.com/office/powerpoint/2010/main" val="6362437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4081DB-1923-4878-AB15-AD54F35A1DC7}"/>
              </a:ext>
            </a:extLst>
          </p:cNvPr>
          <p:cNvSpPr>
            <a:spLocks noGrp="1"/>
          </p:cNvSpPr>
          <p:nvPr>
            <p:ph type="title"/>
          </p:nvPr>
        </p:nvSpPr>
        <p:spPr/>
        <p:txBody>
          <a:bodyPr/>
          <a:lstStyle/>
          <a:p>
            <a:r>
              <a:rPr lang="en-US"/>
              <a:t>THANK YOU</a:t>
            </a:r>
          </a:p>
        </p:txBody>
      </p:sp>
      <p:sp>
        <p:nvSpPr>
          <p:cNvPr id="5" name="Content Placeholder 4">
            <a:extLst>
              <a:ext uri="{FF2B5EF4-FFF2-40B4-BE49-F238E27FC236}">
                <a16:creationId xmlns:a16="http://schemas.microsoft.com/office/drawing/2014/main" id="{5755816F-F516-477A-8EF2-D8CA20267590}"/>
              </a:ext>
            </a:extLst>
          </p:cNvPr>
          <p:cNvSpPr>
            <a:spLocks noGrp="1"/>
          </p:cNvSpPr>
          <p:nvPr>
            <p:ph idx="1"/>
          </p:nvPr>
        </p:nvSpPr>
        <p:spPr/>
        <p:txBody>
          <a:bodyPr>
            <a:normAutofit/>
          </a:bodyPr>
          <a:lstStyle/>
          <a:p>
            <a:r>
              <a:rPr lang="en-US"/>
              <a:t>Stephen Feldman</a:t>
            </a:r>
          </a:p>
          <a:p>
            <a:r>
              <a:rPr lang="en-US"/>
              <a:t>732-354-5379</a:t>
            </a:r>
          </a:p>
          <a:p>
            <a:r>
              <a:rPr lang="en-US"/>
              <a:t>feldms5@rpi.edu</a:t>
            </a:r>
          </a:p>
          <a:p>
            <a:r>
              <a:rPr lang="en-US"/>
              <a:t>RIN: 662047892</a:t>
            </a:r>
          </a:p>
        </p:txBody>
      </p:sp>
    </p:spTree>
    <p:extLst>
      <p:ext uri="{BB962C8B-B14F-4D97-AF65-F5344CB8AC3E}">
        <p14:creationId xmlns:p14="http://schemas.microsoft.com/office/powerpoint/2010/main" val="798203993"/>
      </p:ext>
    </p:extLst>
  </p:cSld>
  <p:clrMapOvr>
    <a:masterClrMapping/>
  </p:clrMapOvr>
</p:sld>
</file>

<file path=ppt/theme/theme1.xml><?xml version="1.0" encoding="utf-8"?>
<a:theme xmlns:a="http://schemas.openxmlformats.org/drawingml/2006/main" name="ShojiVTI">
  <a:themeElements>
    <a:clrScheme name="Shoji">
      <a:dk1>
        <a:sysClr val="windowText" lastClr="000000"/>
      </a:dk1>
      <a:lt1>
        <a:sysClr val="window" lastClr="FFFFFF"/>
      </a:lt1>
      <a:dk2>
        <a:srgbClr val="595460"/>
      </a:dk2>
      <a:lt2>
        <a:srgbClr val="EBEDEB"/>
      </a:lt2>
      <a:accent1>
        <a:srgbClr val="97A7B8"/>
      </a:accent1>
      <a:accent2>
        <a:srgbClr val="A5B592"/>
      </a:accent2>
      <a:accent3>
        <a:srgbClr val="CED228"/>
      </a:accent3>
      <a:accent4>
        <a:srgbClr val="D1C499"/>
      </a:accent4>
      <a:accent5>
        <a:srgbClr val="BDB3B6"/>
      </a:accent5>
      <a:accent6>
        <a:srgbClr val="C5A98D"/>
      </a:accent6>
      <a:hlink>
        <a:srgbClr val="CC9900"/>
      </a:hlink>
      <a:folHlink>
        <a:srgbClr val="96A9A9"/>
      </a:folHlink>
    </a:clrScheme>
    <a:fontScheme name="Custom 7">
      <a:majorFont>
        <a:latin typeface="Meiryo"/>
        <a:ea typeface=""/>
        <a:cs typeface=""/>
      </a:majorFont>
      <a:minorFont>
        <a:latin typeface="Meiryo"/>
        <a:ea typeface=""/>
        <a:cs typeface=""/>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ojiVTI" id="{00D0DDEB-E771-48E5-9E96-0647434F08B1}" vid="{9D22D596-7FD0-4F89-958C-AD79A09491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7FF477C-132F-44F8-8C56-EBFF95FAF97B}">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2.xml><?xml version="1.0" encoding="utf-8"?>
<ds:datastoreItem xmlns:ds="http://schemas.openxmlformats.org/officeDocument/2006/customXml" ds:itemID="{2C1AA24C-4CA6-40FF-8947-DA1F6F47456C}">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F36CB81-A037-44A8-88EB-C0C0F17FD4B1}">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ShojiVTI</Template>
  <Application>Microsoft Office PowerPoint</Application>
  <PresentationFormat>Widescreen</PresentationFormat>
  <Slides>30</Slides>
  <Notes>12</Notes>
  <HiddenSlides>0</HiddenSlide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ShojiVTI</vt:lpstr>
      <vt:lpstr>Using Tour Length Estimators to Improve Vehicle Routing Problem Solutions  </vt:lpstr>
      <vt:lpstr>Agenda</vt:lpstr>
      <vt:lpstr>Introduction</vt:lpstr>
      <vt:lpstr>Motivation</vt:lpstr>
      <vt:lpstr>Problem Statement</vt:lpstr>
      <vt:lpstr>Formulation – Traditional VRP (Arc Flow) </vt:lpstr>
      <vt:lpstr>Our Approach: Assignment – Routing Formulation</vt:lpstr>
      <vt:lpstr>Contribution: Proof of Concept for the Assignment – Routing Formulation</vt:lpstr>
      <vt:lpstr>Literature Review</vt:lpstr>
      <vt:lpstr>Heuristic Approaches to the VRP</vt:lpstr>
      <vt:lpstr>Improvement Heuristics</vt:lpstr>
      <vt:lpstr>Tour Length Estimators for TSP</vt:lpstr>
      <vt:lpstr>Creating/Selecting Tour Length Estimators</vt:lpstr>
      <vt:lpstr>Regression-Based Estimators</vt:lpstr>
      <vt:lpstr>Our GART – Geometrically Assisted Regression Tree</vt:lpstr>
      <vt:lpstr>Composite Estimators</vt:lpstr>
      <vt:lpstr>Estimator Comparison</vt:lpstr>
      <vt:lpstr>PowerPoint Presentation</vt:lpstr>
      <vt:lpstr>Heuristics for The Assignment-Routing Formulation</vt:lpstr>
      <vt:lpstr>Heuristic Design – Simple 2-Opt Tabu Search</vt:lpstr>
      <vt:lpstr>Heuristic Design – Multi-Campaign Search</vt:lpstr>
      <vt:lpstr>Local Optimizer Test Results</vt:lpstr>
      <vt:lpstr>Multi-Campaign Search XML100 Results</vt:lpstr>
      <vt:lpstr>Multi-Campaign Search XML1000 Results</vt:lpstr>
      <vt:lpstr>Conclusion</vt:lpstr>
      <vt:lpstr>Key Findings &amp; Implications</vt:lpstr>
      <vt:lpstr>Limitations &amp; Future Research</vt:lpstr>
      <vt:lpstr>Sources:</vt:lpstr>
      <vt:lpstr>Questions?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Presentation</dc:title>
  <cp:revision>1</cp:revision>
  <dcterms:created xsi:type="dcterms:W3CDTF">2024-02-14T18:58:31Z</dcterms:created>
  <dcterms:modified xsi:type="dcterms:W3CDTF">2025-11-03T00:15:36Z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